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4482C4-1DF4-48CF-98DC-3943E637BF62}" v="87" dt="2025-12-11T20:38:17.8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anath Kalapati" userId="f6179cd04e8511da" providerId="LiveId" clId="{47C1639D-015B-4582-88B3-DB5E43F8DF0D}"/>
    <pc:docChg chg="undo custSel addSld delSld modSld">
      <pc:chgData name="Haranath Kalapati" userId="f6179cd04e8511da" providerId="LiveId" clId="{47C1639D-015B-4582-88B3-DB5E43F8DF0D}" dt="2025-12-11T20:40:37.948" v="964" actId="5793"/>
      <pc:docMkLst>
        <pc:docMk/>
      </pc:docMkLst>
      <pc:sldChg chg="addSp modSp mod">
        <pc:chgData name="Haranath Kalapati" userId="f6179cd04e8511da" providerId="LiveId" clId="{47C1639D-015B-4582-88B3-DB5E43F8DF0D}" dt="2025-12-11T10:30:18.083" v="260" actId="1076"/>
        <pc:sldMkLst>
          <pc:docMk/>
          <pc:sldMk cId="3481233150" sldId="256"/>
        </pc:sldMkLst>
        <pc:picChg chg="add mod">
          <ac:chgData name="Haranath Kalapati" userId="f6179cd04e8511da" providerId="LiveId" clId="{47C1639D-015B-4582-88B3-DB5E43F8DF0D}" dt="2025-12-11T10:30:18.083" v="260" actId="1076"/>
          <ac:picMkLst>
            <pc:docMk/>
            <pc:sldMk cId="3481233150" sldId="256"/>
            <ac:picMk id="5" creationId="{31923795-BD99-5C38-E7E3-E317DA9D95BB}"/>
          </ac:picMkLst>
        </pc:picChg>
      </pc:sldChg>
      <pc:sldChg chg="modSp mod">
        <pc:chgData name="Haranath Kalapati" userId="f6179cd04e8511da" providerId="LiveId" clId="{47C1639D-015B-4582-88B3-DB5E43F8DF0D}" dt="2025-12-11T10:13:33.023" v="233" actId="113"/>
        <pc:sldMkLst>
          <pc:docMk/>
          <pc:sldMk cId="925021618" sldId="257"/>
        </pc:sldMkLst>
        <pc:spChg chg="mod">
          <ac:chgData name="Haranath Kalapati" userId="f6179cd04e8511da" providerId="LiveId" clId="{47C1639D-015B-4582-88B3-DB5E43F8DF0D}" dt="2025-12-11T10:13:33.023" v="233" actId="113"/>
          <ac:spMkLst>
            <pc:docMk/>
            <pc:sldMk cId="925021618" sldId="257"/>
            <ac:spMk id="2" creationId="{6B54E0FA-607F-721A-1A32-DE58ACF978E6}"/>
          </ac:spMkLst>
        </pc:spChg>
      </pc:sldChg>
      <pc:sldChg chg="modSp mod">
        <pc:chgData name="Haranath Kalapati" userId="f6179cd04e8511da" providerId="LiveId" clId="{47C1639D-015B-4582-88B3-DB5E43F8DF0D}" dt="2025-12-11T10:13:26.609" v="232" actId="113"/>
        <pc:sldMkLst>
          <pc:docMk/>
          <pc:sldMk cId="2290981799" sldId="258"/>
        </pc:sldMkLst>
        <pc:spChg chg="mod">
          <ac:chgData name="Haranath Kalapati" userId="f6179cd04e8511da" providerId="LiveId" clId="{47C1639D-015B-4582-88B3-DB5E43F8DF0D}" dt="2025-12-11T10:13:26.609" v="232" actId="113"/>
          <ac:spMkLst>
            <pc:docMk/>
            <pc:sldMk cId="2290981799" sldId="258"/>
            <ac:spMk id="2" creationId="{5E3448A0-221A-7109-E9BC-D7FC0D394262}"/>
          </ac:spMkLst>
        </pc:spChg>
      </pc:sldChg>
      <pc:sldChg chg="addSp delSp modSp new mod">
        <pc:chgData name="Haranath Kalapati" userId="f6179cd04e8511da" providerId="LiveId" clId="{47C1639D-015B-4582-88B3-DB5E43F8DF0D}" dt="2025-12-11T14:12:24.998" v="754" actId="20577"/>
        <pc:sldMkLst>
          <pc:docMk/>
          <pc:sldMk cId="95702530" sldId="259"/>
        </pc:sldMkLst>
        <pc:spChg chg="del">
          <ac:chgData name="Haranath Kalapati" userId="f6179cd04e8511da" providerId="LiveId" clId="{47C1639D-015B-4582-88B3-DB5E43F8DF0D}" dt="2025-12-11T09:51:48.993" v="155" actId="478"/>
          <ac:spMkLst>
            <pc:docMk/>
            <pc:sldMk cId="95702530" sldId="259"/>
            <ac:spMk id="2" creationId="{557320EA-41D6-7371-CDD9-E4B61CBE4264}"/>
          </ac:spMkLst>
        </pc:spChg>
        <pc:spChg chg="mod">
          <ac:chgData name="Haranath Kalapati" userId="f6179cd04e8511da" providerId="LiveId" clId="{47C1639D-015B-4582-88B3-DB5E43F8DF0D}" dt="2025-12-11T14:12:24.998" v="754" actId="20577"/>
          <ac:spMkLst>
            <pc:docMk/>
            <pc:sldMk cId="95702530" sldId="259"/>
            <ac:spMk id="3" creationId="{A6D0D2E5-0E19-4DC1-2178-0357D2044A19}"/>
          </ac:spMkLst>
        </pc:spChg>
        <pc:spChg chg="mod">
          <ac:chgData name="Haranath Kalapati" userId="f6179cd04e8511da" providerId="LiveId" clId="{47C1639D-015B-4582-88B3-DB5E43F8DF0D}" dt="2025-12-11T10:18:13.303" v="250" actId="120"/>
          <ac:spMkLst>
            <pc:docMk/>
            <pc:sldMk cId="95702530" sldId="259"/>
            <ac:spMk id="4" creationId="{1A320D0E-C25E-92A8-4926-772530E6D653}"/>
          </ac:spMkLst>
        </pc:spChg>
        <pc:picChg chg="add mod">
          <ac:chgData name="Haranath Kalapati" userId="f6179cd04e8511da" providerId="LiveId" clId="{47C1639D-015B-4582-88B3-DB5E43F8DF0D}" dt="2025-12-11T10:06:55.595" v="214" actId="1076"/>
          <ac:picMkLst>
            <pc:docMk/>
            <pc:sldMk cId="95702530" sldId="259"/>
            <ac:picMk id="6" creationId="{F185D279-CEBB-0C19-934A-9E727DFEE93B}"/>
          </ac:picMkLst>
        </pc:picChg>
      </pc:sldChg>
      <pc:sldChg chg="delSp modSp new del mod">
        <pc:chgData name="Haranath Kalapati" userId="f6179cd04e8511da" providerId="LiveId" clId="{47C1639D-015B-4582-88B3-DB5E43F8DF0D}" dt="2025-12-11T09:50:40.250" v="153" actId="2696"/>
        <pc:sldMkLst>
          <pc:docMk/>
          <pc:sldMk cId="644618852" sldId="259"/>
        </pc:sldMkLst>
        <pc:spChg chg="del mod">
          <ac:chgData name="Haranath Kalapati" userId="f6179cd04e8511da" providerId="LiveId" clId="{47C1639D-015B-4582-88B3-DB5E43F8DF0D}" dt="2025-12-11T09:24:10.174" v="4" actId="478"/>
          <ac:spMkLst>
            <pc:docMk/>
            <pc:sldMk cId="644618852" sldId="259"/>
            <ac:spMk id="2" creationId="{F99E8381-76D6-E397-63F3-111ABAB32362}"/>
          </ac:spMkLst>
        </pc:spChg>
        <pc:spChg chg="mod">
          <ac:chgData name="Haranath Kalapati" userId="f6179cd04e8511da" providerId="LiveId" clId="{47C1639D-015B-4582-88B3-DB5E43F8DF0D}" dt="2025-12-11T09:50:21.408" v="152" actId="6549"/>
          <ac:spMkLst>
            <pc:docMk/>
            <pc:sldMk cId="644618852" sldId="259"/>
            <ac:spMk id="3" creationId="{DDA3FC82-326F-5FFE-9985-98C022DC7A1E}"/>
          </ac:spMkLst>
        </pc:spChg>
      </pc:sldChg>
      <pc:sldChg chg="new del">
        <pc:chgData name="Haranath Kalapati" userId="f6179cd04e8511da" providerId="LiveId" clId="{47C1639D-015B-4582-88B3-DB5E43F8DF0D}" dt="2025-12-11T09:07:05.631" v="1" actId="2696"/>
        <pc:sldMkLst>
          <pc:docMk/>
          <pc:sldMk cId="3113141077" sldId="259"/>
        </pc:sldMkLst>
      </pc:sldChg>
      <pc:sldChg chg="addSp delSp modSp new del mod">
        <pc:chgData name="Haranath Kalapati" userId="f6179cd04e8511da" providerId="LiveId" clId="{47C1639D-015B-4582-88B3-DB5E43F8DF0D}" dt="2025-12-11T11:03:25.685" v="325" actId="2696"/>
        <pc:sldMkLst>
          <pc:docMk/>
          <pc:sldMk cId="1030990667" sldId="260"/>
        </pc:sldMkLst>
        <pc:spChg chg="del">
          <ac:chgData name="Haranath Kalapati" userId="f6179cd04e8511da" providerId="LiveId" clId="{47C1639D-015B-4582-88B3-DB5E43F8DF0D}" dt="2025-12-11T10:28:57.034" v="256" actId="478"/>
          <ac:spMkLst>
            <pc:docMk/>
            <pc:sldMk cId="1030990667" sldId="260"/>
            <ac:spMk id="2" creationId="{E7860A97-2B15-1982-D47F-A4A093F986F9}"/>
          </ac:spMkLst>
        </pc:spChg>
        <pc:spChg chg="mod">
          <ac:chgData name="Haranath Kalapati" userId="f6179cd04e8511da" providerId="LiveId" clId="{47C1639D-015B-4582-88B3-DB5E43F8DF0D}" dt="2025-12-11T11:02:25.419" v="324"/>
          <ac:spMkLst>
            <pc:docMk/>
            <pc:sldMk cId="1030990667" sldId="260"/>
            <ac:spMk id="3" creationId="{B5DCD5E9-4AA8-339C-9B3D-7E733526E43E}"/>
          </ac:spMkLst>
        </pc:spChg>
        <pc:spChg chg="add del mod">
          <ac:chgData name="Haranath Kalapati" userId="f6179cd04e8511da" providerId="LiveId" clId="{47C1639D-015B-4582-88B3-DB5E43F8DF0D}" dt="2025-12-11T10:52:03.434" v="296" actId="11529"/>
          <ac:spMkLst>
            <pc:docMk/>
            <pc:sldMk cId="1030990667" sldId="260"/>
            <ac:spMk id="4" creationId="{FA63244D-0392-C34A-410F-F4224E689490}"/>
          </ac:spMkLst>
        </pc:spChg>
        <pc:spChg chg="add mod">
          <ac:chgData name="Haranath Kalapati" userId="f6179cd04e8511da" providerId="LiveId" clId="{47C1639D-015B-4582-88B3-DB5E43F8DF0D}" dt="2025-12-11T10:52:01.460" v="292" actId="1076"/>
          <ac:spMkLst>
            <pc:docMk/>
            <pc:sldMk cId="1030990667" sldId="260"/>
            <ac:spMk id="5" creationId="{DF666AE1-071E-8FE0-DD71-ECB082DF51A2}"/>
          </ac:spMkLst>
        </pc:spChg>
        <pc:spChg chg="add mod">
          <ac:chgData name="Haranath Kalapati" userId="f6179cd04e8511da" providerId="LiveId" clId="{47C1639D-015B-4582-88B3-DB5E43F8DF0D}" dt="2025-12-11T10:58:52.160" v="306"/>
          <ac:spMkLst>
            <pc:docMk/>
            <pc:sldMk cId="1030990667" sldId="260"/>
            <ac:spMk id="6" creationId="{E5794EC2-67BC-996B-A7D3-6BF4567B339A}"/>
          </ac:spMkLst>
        </pc:spChg>
        <pc:spChg chg="add mod">
          <ac:chgData name="Haranath Kalapati" userId="f6179cd04e8511da" providerId="LiveId" clId="{47C1639D-015B-4582-88B3-DB5E43F8DF0D}" dt="2025-12-11T10:59:12.212" v="309" actId="688"/>
          <ac:spMkLst>
            <pc:docMk/>
            <pc:sldMk cId="1030990667" sldId="260"/>
            <ac:spMk id="7" creationId="{CE580DBB-D8A5-61DA-01C0-9B763916A0C2}"/>
          </ac:spMkLst>
        </pc:spChg>
        <pc:graphicFrameChg chg="add del">
          <ac:chgData name="Haranath Kalapati" userId="f6179cd04e8511da" providerId="LiveId" clId="{47C1639D-015B-4582-88B3-DB5E43F8DF0D}" dt="2025-12-11T10:59:52.801" v="311" actId="478"/>
          <ac:graphicFrameMkLst>
            <pc:docMk/>
            <pc:sldMk cId="1030990667" sldId="260"/>
            <ac:graphicFrameMk id="8" creationId="{D0D4FD54-9D15-ACC1-3DA8-511470AC6B3A}"/>
          </ac:graphicFrameMkLst>
        </pc:graphicFrameChg>
        <pc:graphicFrameChg chg="add mod modGraphic">
          <ac:chgData name="Haranath Kalapati" userId="f6179cd04e8511da" providerId="LiveId" clId="{47C1639D-015B-4582-88B3-DB5E43F8DF0D}" dt="2025-12-11T11:01:32.191" v="322" actId="14734"/>
          <ac:graphicFrameMkLst>
            <pc:docMk/>
            <pc:sldMk cId="1030990667" sldId="260"/>
            <ac:graphicFrameMk id="9" creationId="{3B9FD07A-6F07-F97C-F5CB-80E8DF492B1D}"/>
          </ac:graphicFrameMkLst>
        </pc:graphicFrameChg>
      </pc:sldChg>
      <pc:sldChg chg="addSp delSp modSp new mod">
        <pc:chgData name="Haranath Kalapati" userId="f6179cd04e8511da" providerId="LiveId" clId="{47C1639D-015B-4582-88B3-DB5E43F8DF0D}" dt="2025-12-11T12:55:18.360" v="439" actId="255"/>
        <pc:sldMkLst>
          <pc:docMk/>
          <pc:sldMk cId="1101187189" sldId="260"/>
        </pc:sldMkLst>
        <pc:spChg chg="del">
          <ac:chgData name="Haranath Kalapati" userId="f6179cd04e8511da" providerId="LiveId" clId="{47C1639D-015B-4582-88B3-DB5E43F8DF0D}" dt="2025-12-11T11:13:18.646" v="333" actId="478"/>
          <ac:spMkLst>
            <pc:docMk/>
            <pc:sldMk cId="1101187189" sldId="260"/>
            <ac:spMk id="2" creationId="{098C6010-1E95-847A-E1ED-FEFD78F8DA26}"/>
          </ac:spMkLst>
        </pc:spChg>
        <pc:spChg chg="del">
          <ac:chgData name="Haranath Kalapati" userId="f6179cd04e8511da" providerId="LiveId" clId="{47C1639D-015B-4582-88B3-DB5E43F8DF0D}" dt="2025-12-11T11:13:30.703" v="334" actId="478"/>
          <ac:spMkLst>
            <pc:docMk/>
            <pc:sldMk cId="1101187189" sldId="260"/>
            <ac:spMk id="3" creationId="{CA9F92F2-FC96-FBA2-8110-5A99A3F3E383}"/>
          </ac:spMkLst>
        </pc:spChg>
        <pc:spChg chg="add del mod">
          <ac:chgData name="Haranath Kalapati" userId="f6179cd04e8511da" providerId="LiveId" clId="{47C1639D-015B-4582-88B3-DB5E43F8DF0D}" dt="2025-12-11T12:55:18.360" v="439" actId="255"/>
          <ac:spMkLst>
            <pc:docMk/>
            <pc:sldMk cId="1101187189" sldId="260"/>
            <ac:spMk id="4" creationId="{C0AA3CD7-6CAB-A7AF-31BA-40D88758B27B}"/>
          </ac:spMkLst>
        </pc:spChg>
        <pc:graphicFrameChg chg="add del mod ord modGraphic">
          <ac:chgData name="Haranath Kalapati" userId="f6179cd04e8511da" providerId="LiveId" clId="{47C1639D-015B-4582-88B3-DB5E43F8DF0D}" dt="2025-12-11T11:14:07.303" v="344" actId="3680"/>
          <ac:graphicFrameMkLst>
            <pc:docMk/>
            <pc:sldMk cId="1101187189" sldId="260"/>
            <ac:graphicFrameMk id="5" creationId="{B03245A8-8625-1F0D-1A88-2230F74A7F93}"/>
          </ac:graphicFrameMkLst>
        </pc:graphicFrameChg>
        <pc:graphicFrameChg chg="add mod modGraphic">
          <ac:chgData name="Haranath Kalapati" userId="f6179cd04e8511da" providerId="LiveId" clId="{47C1639D-015B-4582-88B3-DB5E43F8DF0D}" dt="2025-12-11T12:37:56.132" v="402" actId="20577"/>
          <ac:graphicFrameMkLst>
            <pc:docMk/>
            <pc:sldMk cId="1101187189" sldId="260"/>
            <ac:graphicFrameMk id="6" creationId="{7788A623-3F45-634E-85BC-8B5C7DCC03F3}"/>
          </ac:graphicFrameMkLst>
        </pc:graphicFrameChg>
      </pc:sldChg>
      <pc:sldChg chg="delSp modSp new del mod">
        <pc:chgData name="Haranath Kalapati" userId="f6179cd04e8511da" providerId="LiveId" clId="{47C1639D-015B-4582-88B3-DB5E43F8DF0D}" dt="2025-12-11T11:13:09.375" v="331" actId="2696"/>
        <pc:sldMkLst>
          <pc:docMk/>
          <pc:sldMk cId="1467172004" sldId="260"/>
        </pc:sldMkLst>
        <pc:spChg chg="del">
          <ac:chgData name="Haranath Kalapati" userId="f6179cd04e8511da" providerId="LiveId" clId="{47C1639D-015B-4582-88B3-DB5E43F8DF0D}" dt="2025-12-11T11:12:37.920" v="327" actId="478"/>
          <ac:spMkLst>
            <pc:docMk/>
            <pc:sldMk cId="1467172004" sldId="260"/>
            <ac:spMk id="2" creationId="{BBBA7A59-3E81-BAF5-3D89-37994C70A12B}"/>
          </ac:spMkLst>
        </pc:spChg>
        <pc:spChg chg="mod">
          <ac:chgData name="Haranath Kalapati" userId="f6179cd04e8511da" providerId="LiveId" clId="{47C1639D-015B-4582-88B3-DB5E43F8DF0D}" dt="2025-12-11T11:12:54.498" v="330" actId="14100"/>
          <ac:spMkLst>
            <pc:docMk/>
            <pc:sldMk cId="1467172004" sldId="260"/>
            <ac:spMk id="3" creationId="{A7B406B8-1B57-2B51-D37F-F96B2D506C84}"/>
          </ac:spMkLst>
        </pc:spChg>
      </pc:sldChg>
      <pc:sldChg chg="delSp modSp new del mod">
        <pc:chgData name="Haranath Kalapati" userId="f6179cd04e8511da" providerId="LiveId" clId="{47C1639D-015B-4582-88B3-DB5E43F8DF0D}" dt="2025-12-11T10:17:04.999" v="244" actId="2696"/>
        <pc:sldMkLst>
          <pc:docMk/>
          <pc:sldMk cId="1474181568" sldId="260"/>
        </pc:sldMkLst>
        <pc:spChg chg="del">
          <ac:chgData name="Haranath Kalapati" userId="f6179cd04e8511da" providerId="LiveId" clId="{47C1639D-015B-4582-88B3-DB5E43F8DF0D}" dt="2025-12-11T10:08:23.347" v="216" actId="478"/>
          <ac:spMkLst>
            <pc:docMk/>
            <pc:sldMk cId="1474181568" sldId="260"/>
            <ac:spMk id="2" creationId="{F24FBD83-FC1E-3667-B62A-6D68F93BE6B8}"/>
          </ac:spMkLst>
        </pc:spChg>
        <pc:spChg chg="mod">
          <ac:chgData name="Haranath Kalapati" userId="f6179cd04e8511da" providerId="LiveId" clId="{47C1639D-015B-4582-88B3-DB5E43F8DF0D}" dt="2025-12-11T10:12:07.187" v="231" actId="20577"/>
          <ac:spMkLst>
            <pc:docMk/>
            <pc:sldMk cId="1474181568" sldId="260"/>
            <ac:spMk id="3" creationId="{116C4ACF-7850-E923-075D-5BE04EB99FA0}"/>
          </ac:spMkLst>
        </pc:spChg>
        <pc:spChg chg="mod">
          <ac:chgData name="Haranath Kalapati" userId="f6179cd04e8511da" providerId="LiveId" clId="{47C1639D-015B-4582-88B3-DB5E43F8DF0D}" dt="2025-12-11T10:08:43.925" v="218" actId="14100"/>
          <ac:spMkLst>
            <pc:docMk/>
            <pc:sldMk cId="1474181568" sldId="260"/>
            <ac:spMk id="4" creationId="{27A6B686-5380-0CB7-8647-573BA119E515}"/>
          </ac:spMkLst>
        </pc:spChg>
        <pc:spChg chg="mod">
          <ac:chgData name="Haranath Kalapati" userId="f6179cd04e8511da" providerId="LiveId" clId="{47C1639D-015B-4582-88B3-DB5E43F8DF0D}" dt="2025-12-11T10:13:51.020" v="243" actId="20577"/>
          <ac:spMkLst>
            <pc:docMk/>
            <pc:sldMk cId="1474181568" sldId="260"/>
            <ac:spMk id="5" creationId="{BFBDE5D8-2D63-024C-6AC5-A822DA1FB666}"/>
          </ac:spMkLst>
        </pc:spChg>
        <pc:spChg chg="mod">
          <ac:chgData name="Haranath Kalapati" userId="f6179cd04e8511da" providerId="LiveId" clId="{47C1639D-015B-4582-88B3-DB5E43F8DF0D}" dt="2025-12-11T10:09:27.420" v="220" actId="14100"/>
          <ac:spMkLst>
            <pc:docMk/>
            <pc:sldMk cId="1474181568" sldId="260"/>
            <ac:spMk id="6" creationId="{B312ACD1-79C2-84D6-DFD6-20D9CBCCD1EF}"/>
          </ac:spMkLst>
        </pc:spChg>
      </pc:sldChg>
      <pc:sldChg chg="new del">
        <pc:chgData name="Haranath Kalapati" userId="f6179cd04e8511da" providerId="LiveId" clId="{47C1639D-015B-4582-88B3-DB5E43F8DF0D}" dt="2025-12-11T10:18:28.411" v="252" actId="2696"/>
        <pc:sldMkLst>
          <pc:docMk/>
          <pc:sldMk cId="1627368676" sldId="260"/>
        </pc:sldMkLst>
      </pc:sldChg>
      <pc:sldChg chg="new del">
        <pc:chgData name="Haranath Kalapati" userId="f6179cd04e8511da" providerId="LiveId" clId="{47C1639D-015B-4582-88B3-DB5E43F8DF0D}" dt="2025-12-11T10:28:45.633" v="254" actId="2696"/>
        <pc:sldMkLst>
          <pc:docMk/>
          <pc:sldMk cId="3455226221" sldId="260"/>
        </pc:sldMkLst>
      </pc:sldChg>
      <pc:sldChg chg="addSp delSp modSp new mod">
        <pc:chgData name="Haranath Kalapati" userId="f6179cd04e8511da" providerId="LiveId" clId="{47C1639D-015B-4582-88B3-DB5E43F8DF0D}" dt="2025-12-11T20:25:33.320" v="885"/>
        <pc:sldMkLst>
          <pc:docMk/>
          <pc:sldMk cId="105785445" sldId="261"/>
        </pc:sldMkLst>
        <pc:spChg chg="mod">
          <ac:chgData name="Haranath Kalapati" userId="f6179cd04e8511da" providerId="LiveId" clId="{47C1639D-015B-4582-88B3-DB5E43F8DF0D}" dt="2025-12-11T20:22:47.460" v="791" actId="255"/>
          <ac:spMkLst>
            <pc:docMk/>
            <pc:sldMk cId="105785445" sldId="261"/>
            <ac:spMk id="2" creationId="{7C2FA4A6-7994-B6A3-7D3F-9DC5B8374378}"/>
          </ac:spMkLst>
        </pc:spChg>
        <pc:spChg chg="mod">
          <ac:chgData name="Haranath Kalapati" userId="f6179cd04e8511da" providerId="LiveId" clId="{47C1639D-015B-4582-88B3-DB5E43F8DF0D}" dt="2025-12-11T20:25:22.013" v="882" actId="5793"/>
          <ac:spMkLst>
            <pc:docMk/>
            <pc:sldMk cId="105785445" sldId="261"/>
            <ac:spMk id="3" creationId="{DE6C1FCD-C1EC-B15F-841C-E9223F18EB45}"/>
          </ac:spMkLst>
        </pc:spChg>
        <pc:spChg chg="add del mod">
          <ac:chgData name="Haranath Kalapati" userId="f6179cd04e8511da" providerId="LiveId" clId="{47C1639D-015B-4582-88B3-DB5E43F8DF0D}" dt="2025-12-11T20:25:33.320" v="885"/>
          <ac:spMkLst>
            <pc:docMk/>
            <pc:sldMk cId="105785445" sldId="261"/>
            <ac:spMk id="4" creationId="{4BB4ED50-C4A0-3D2E-D792-2A76DD7AF56C}"/>
          </ac:spMkLst>
        </pc:spChg>
      </pc:sldChg>
      <pc:sldChg chg="addSp modSp new del mod">
        <pc:chgData name="Haranath Kalapati" userId="f6179cd04e8511da" providerId="LiveId" clId="{47C1639D-015B-4582-88B3-DB5E43F8DF0D}" dt="2025-12-11T13:53:05.886" v="654" actId="2696"/>
        <pc:sldMkLst>
          <pc:docMk/>
          <pc:sldMk cId="3029980156" sldId="261"/>
        </pc:sldMkLst>
        <pc:spChg chg="mod">
          <ac:chgData name="Haranath Kalapati" userId="f6179cd04e8511da" providerId="LiveId" clId="{47C1639D-015B-4582-88B3-DB5E43F8DF0D}" dt="2025-12-11T13:52:34.226" v="650" actId="1076"/>
          <ac:spMkLst>
            <pc:docMk/>
            <pc:sldMk cId="3029980156" sldId="261"/>
            <ac:spMk id="2" creationId="{6CDF141F-7A88-0734-6A26-F667B467DFC6}"/>
          </ac:spMkLst>
        </pc:spChg>
        <pc:spChg chg="mod">
          <ac:chgData name="Haranath Kalapati" userId="f6179cd04e8511da" providerId="LiveId" clId="{47C1639D-015B-4582-88B3-DB5E43F8DF0D}" dt="2025-12-11T13:52:50.021" v="653" actId="20577"/>
          <ac:spMkLst>
            <pc:docMk/>
            <pc:sldMk cId="3029980156" sldId="261"/>
            <ac:spMk id="3" creationId="{F25089C6-69C9-62E7-8CB8-EC7AE36470E1}"/>
          </ac:spMkLst>
        </pc:spChg>
        <pc:spChg chg="add">
          <ac:chgData name="Haranath Kalapati" userId="f6179cd04e8511da" providerId="LiveId" clId="{47C1639D-015B-4582-88B3-DB5E43F8DF0D}" dt="2025-12-11T13:24:19.070" v="514"/>
          <ac:spMkLst>
            <pc:docMk/>
            <pc:sldMk cId="3029980156" sldId="261"/>
            <ac:spMk id="4" creationId="{1FBAE942-614C-E545-5C48-4C9967D4BB6F}"/>
          </ac:spMkLst>
        </pc:spChg>
        <pc:spChg chg="add">
          <ac:chgData name="Haranath Kalapati" userId="f6179cd04e8511da" providerId="LiveId" clId="{47C1639D-015B-4582-88B3-DB5E43F8DF0D}" dt="2025-12-11T13:34:10.401" v="537"/>
          <ac:spMkLst>
            <pc:docMk/>
            <pc:sldMk cId="3029980156" sldId="261"/>
            <ac:spMk id="5" creationId="{7F36CF65-1E7B-6703-37C8-E1AD1E643168}"/>
          </ac:spMkLst>
        </pc:spChg>
        <pc:spChg chg="add">
          <ac:chgData name="Haranath Kalapati" userId="f6179cd04e8511da" providerId="LiveId" clId="{47C1639D-015B-4582-88B3-DB5E43F8DF0D}" dt="2025-12-11T13:34:15.324" v="538"/>
          <ac:spMkLst>
            <pc:docMk/>
            <pc:sldMk cId="3029980156" sldId="261"/>
            <ac:spMk id="6" creationId="{C1691AE3-C673-DA95-159E-57B5B89CF818}"/>
          </ac:spMkLst>
        </pc:spChg>
      </pc:sldChg>
      <pc:sldChg chg="modSp new mod">
        <pc:chgData name="Haranath Kalapati" userId="f6179cd04e8511da" providerId="LiveId" clId="{47C1639D-015B-4582-88B3-DB5E43F8DF0D}" dt="2025-12-11T20:40:37.948" v="964" actId="5793"/>
        <pc:sldMkLst>
          <pc:docMk/>
          <pc:sldMk cId="1620122915" sldId="262"/>
        </pc:sldMkLst>
        <pc:spChg chg="mod">
          <ac:chgData name="Haranath Kalapati" userId="f6179cd04e8511da" providerId="LiveId" clId="{47C1639D-015B-4582-88B3-DB5E43F8DF0D}" dt="2025-12-11T20:40:19.530" v="963" actId="2711"/>
          <ac:spMkLst>
            <pc:docMk/>
            <pc:sldMk cId="1620122915" sldId="262"/>
            <ac:spMk id="2" creationId="{3692ACE8-396B-36A3-71FD-F2B855AE4EC7}"/>
          </ac:spMkLst>
        </pc:spChg>
        <pc:spChg chg="mod">
          <ac:chgData name="Haranath Kalapati" userId="f6179cd04e8511da" providerId="LiveId" clId="{47C1639D-015B-4582-88B3-DB5E43F8DF0D}" dt="2025-12-11T20:40:37.948" v="964" actId="5793"/>
          <ac:spMkLst>
            <pc:docMk/>
            <pc:sldMk cId="1620122915" sldId="262"/>
            <ac:spMk id="3" creationId="{F4AABF3B-1204-25D4-4D14-E27C36632D1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DC16F-D81B-0079-F3F6-D6A3FB1763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AECF9C1-7840-C432-F017-65795B13D6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1A8E9D-96CF-F034-F7A7-CEB3689CF322}"/>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5" name="Footer Placeholder 4">
            <a:extLst>
              <a:ext uri="{FF2B5EF4-FFF2-40B4-BE49-F238E27FC236}">
                <a16:creationId xmlns:a16="http://schemas.microsoft.com/office/drawing/2014/main" id="{71205F91-865D-530A-059A-7D6E111E24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502192-D16A-A7DE-57B7-F39E126E19AF}"/>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578650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082A9-F4E9-BBA3-72E6-EE7C995B1E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68A0B6-F942-A788-22C3-508C099450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C3B7FD-993A-157C-233D-9CAE7402685D}"/>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5" name="Footer Placeholder 4">
            <a:extLst>
              <a:ext uri="{FF2B5EF4-FFF2-40B4-BE49-F238E27FC236}">
                <a16:creationId xmlns:a16="http://schemas.microsoft.com/office/drawing/2014/main" id="{671D0704-B3FD-9D9F-1438-CD11E388F3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54C079-F806-E716-5DEA-80C3C79BB85F}"/>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2402669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C1AD-6CF6-A043-FE82-108B13C510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E4205B-F521-AB2E-219F-FB45A8540B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D83A7B-A64A-50B5-D642-018A8F52FD61}"/>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5" name="Footer Placeholder 4">
            <a:extLst>
              <a:ext uri="{FF2B5EF4-FFF2-40B4-BE49-F238E27FC236}">
                <a16:creationId xmlns:a16="http://schemas.microsoft.com/office/drawing/2014/main" id="{211C01D3-7136-4AEB-AD99-E945370958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FE1660-D4CD-AFAB-F12D-517C677B1374}"/>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670621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BF473-336A-441A-5CE4-6FB5D406EA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0DE732-C176-8BE8-2909-41FF4DBAD6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007CF2-3BF4-B987-B271-E3B4C07E7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66D686-623E-37EF-C821-2602B93BDB72}"/>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6" name="Footer Placeholder 5">
            <a:extLst>
              <a:ext uri="{FF2B5EF4-FFF2-40B4-BE49-F238E27FC236}">
                <a16:creationId xmlns:a16="http://schemas.microsoft.com/office/drawing/2014/main" id="{610096AC-D23E-F206-E854-7F78BF3F33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A98883-8C77-17A5-2CC1-685005924128}"/>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3630837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401E5-F52B-5BF7-32E6-8B11885352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D3FFE6-EE94-055B-23A0-FBEFB4743F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6E9649-20EF-CB57-2E10-7DC6EA7A6E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198E1F1-7581-B704-08FC-560AE68570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4C9CE2-5B47-1983-0607-E512D7EFE4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D08975-EFAB-A043-0882-080BAE5F5F76}"/>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8" name="Footer Placeholder 7">
            <a:extLst>
              <a:ext uri="{FF2B5EF4-FFF2-40B4-BE49-F238E27FC236}">
                <a16:creationId xmlns:a16="http://schemas.microsoft.com/office/drawing/2014/main" id="{5A82B727-06F0-2DD0-6A50-5F23787435D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368241B-CBD3-A391-0CA7-4A12BEAA4B5B}"/>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2541017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E024-4A6E-101F-CC41-B14E53398A2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E77C54-2637-E1E5-A362-C70B664E59B3}"/>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4" name="Footer Placeholder 3">
            <a:extLst>
              <a:ext uri="{FF2B5EF4-FFF2-40B4-BE49-F238E27FC236}">
                <a16:creationId xmlns:a16="http://schemas.microsoft.com/office/drawing/2014/main" id="{3C414789-8BD7-0A1A-D419-4FE56CB6844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5D1F704-FA9D-E71D-D831-9AEFF467CC1F}"/>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3993469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919E83-F72C-F17E-9B41-29CB03C13E30}"/>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3" name="Footer Placeholder 2">
            <a:extLst>
              <a:ext uri="{FF2B5EF4-FFF2-40B4-BE49-F238E27FC236}">
                <a16:creationId xmlns:a16="http://schemas.microsoft.com/office/drawing/2014/main" id="{C042B807-D759-3154-FDF4-5847463917D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68ADA9-79C4-5F8F-137C-AFCDD52BFA3D}"/>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2728516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F8E62-786B-C77A-18FD-0B80952D0E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1FB7A8-3A58-468E-94FF-EEE1698F3B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751FEA-003D-4E5D-2B9F-330C3F443B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8D12E0-C742-99D4-3E50-4A34AFD56AD6}"/>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6" name="Footer Placeholder 5">
            <a:extLst>
              <a:ext uri="{FF2B5EF4-FFF2-40B4-BE49-F238E27FC236}">
                <a16:creationId xmlns:a16="http://schemas.microsoft.com/office/drawing/2014/main" id="{CD424E9E-E76E-15CC-F453-978403D6AC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C0A731-B28F-1EF6-0D30-3F5C348942EF}"/>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3845638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E22A2-F3C1-2A3A-B490-895C87443B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47D884-C69E-8A7E-1713-C5DD4F6AC4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6FDC5F-7823-0F3F-ACFE-6B03690413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AA128F-8E04-52E2-DBFA-BBB1E028007E}"/>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6" name="Footer Placeholder 5">
            <a:extLst>
              <a:ext uri="{FF2B5EF4-FFF2-40B4-BE49-F238E27FC236}">
                <a16:creationId xmlns:a16="http://schemas.microsoft.com/office/drawing/2014/main" id="{CD7880B6-9132-2D33-F68E-3C0CF7BA1C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35D2C2-EA19-0FFE-BB15-6FDA66E93FC3}"/>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1936612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6BF61-F382-E1F3-31A2-F107BA6528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27F67D-87C2-55F1-F36B-71C9E7AB5F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2A115A-D560-0A7F-DD2C-586DB656F2A5}"/>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5" name="Footer Placeholder 4">
            <a:extLst>
              <a:ext uri="{FF2B5EF4-FFF2-40B4-BE49-F238E27FC236}">
                <a16:creationId xmlns:a16="http://schemas.microsoft.com/office/drawing/2014/main" id="{FF648A7B-6998-0D2D-C02A-DDF86D5502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8E277A-BF6C-056A-C40F-ECA9ACD2C171}"/>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2364196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BD82B9-195C-108C-1AE3-A7423A960C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D26626-0A45-CF10-E73C-25FC0EC593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96B81C-3735-20D3-D6EB-4C4359BEC97D}"/>
              </a:ext>
            </a:extLst>
          </p:cNvPr>
          <p:cNvSpPr>
            <a:spLocks noGrp="1"/>
          </p:cNvSpPr>
          <p:nvPr>
            <p:ph type="dt" sz="half" idx="10"/>
          </p:nvPr>
        </p:nvSpPr>
        <p:spPr/>
        <p:txBody>
          <a:bodyPr/>
          <a:lstStyle/>
          <a:p>
            <a:fld id="{8E01AB6C-8FB8-4DA9-9458-59CBC219F49E}" type="datetimeFigureOut">
              <a:rPr lang="en-IN" smtClean="0"/>
              <a:t>11-12-2025</a:t>
            </a:fld>
            <a:endParaRPr lang="en-IN"/>
          </a:p>
        </p:txBody>
      </p:sp>
      <p:sp>
        <p:nvSpPr>
          <p:cNvPr id="5" name="Footer Placeholder 4">
            <a:extLst>
              <a:ext uri="{FF2B5EF4-FFF2-40B4-BE49-F238E27FC236}">
                <a16:creationId xmlns:a16="http://schemas.microsoft.com/office/drawing/2014/main" id="{B7AB382E-07A4-4BF7-05C4-E88DFCE0BD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88EB1-90D9-1EC7-4561-EBF22E3B46F7}"/>
              </a:ext>
            </a:extLst>
          </p:cNvPr>
          <p:cNvSpPr>
            <a:spLocks noGrp="1"/>
          </p:cNvSpPr>
          <p:nvPr>
            <p:ph type="sldNum" sz="quarter" idx="12"/>
          </p:nvPr>
        </p:nvSpPr>
        <p:spPr/>
        <p:txBody>
          <a:bodyPr/>
          <a:lstStyle/>
          <a:p>
            <a:fld id="{AC5B1A5D-14C2-4EA1-BF63-56AE982BDFEC}" type="slidenum">
              <a:rPr lang="en-IN" smtClean="0"/>
              <a:t>‹#›</a:t>
            </a:fld>
            <a:endParaRPr lang="en-IN"/>
          </a:p>
        </p:txBody>
      </p:sp>
    </p:spTree>
    <p:extLst>
      <p:ext uri="{BB962C8B-B14F-4D97-AF65-F5344CB8AC3E}">
        <p14:creationId xmlns:p14="http://schemas.microsoft.com/office/powerpoint/2010/main" val="1529007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E002BC-0539-A82A-1120-6978E1615C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AE11CB-E08A-0E45-59A2-C78AAAC790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63EF59-F208-6742-C1AC-5035C0C1C5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01AB6C-8FB8-4DA9-9458-59CBC219F49E}" type="datetimeFigureOut">
              <a:rPr lang="en-IN" smtClean="0"/>
              <a:t>11-12-2025</a:t>
            </a:fld>
            <a:endParaRPr lang="en-IN"/>
          </a:p>
        </p:txBody>
      </p:sp>
      <p:sp>
        <p:nvSpPr>
          <p:cNvPr id="5" name="Footer Placeholder 4">
            <a:extLst>
              <a:ext uri="{FF2B5EF4-FFF2-40B4-BE49-F238E27FC236}">
                <a16:creationId xmlns:a16="http://schemas.microsoft.com/office/drawing/2014/main" id="{AEF3B86C-013B-0239-E19A-3B3E67C17D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D99DCB0-E08C-FBB0-DE95-71ADCB1892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5B1A5D-14C2-4EA1-BF63-56AE982BDFEC}" type="slidenum">
              <a:rPr lang="en-IN" smtClean="0"/>
              <a:t>‹#›</a:t>
            </a:fld>
            <a:endParaRPr lang="en-IN"/>
          </a:p>
        </p:txBody>
      </p:sp>
    </p:spTree>
    <p:extLst>
      <p:ext uri="{BB962C8B-B14F-4D97-AF65-F5344CB8AC3E}">
        <p14:creationId xmlns:p14="http://schemas.microsoft.com/office/powerpoint/2010/main" val="398339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059F0-54CE-39B1-416D-B63067E703DB}"/>
              </a:ext>
            </a:extLst>
          </p:cNvPr>
          <p:cNvSpPr>
            <a:spLocks noGrp="1"/>
          </p:cNvSpPr>
          <p:nvPr>
            <p:ph type="ctrTitle"/>
          </p:nvPr>
        </p:nvSpPr>
        <p:spPr>
          <a:xfrm>
            <a:off x="1524000" y="-578678"/>
            <a:ext cx="9144000" cy="2387600"/>
          </a:xfrm>
        </p:spPr>
        <p:txBody>
          <a:bodyPr>
            <a:normAutofit/>
          </a:bodyPr>
          <a:lstStyle/>
          <a:p>
            <a:pPr>
              <a:lnSpc>
                <a:spcPct val="150000"/>
              </a:lnSpc>
            </a:pPr>
            <a:r>
              <a:rPr lang="en-IN" dirty="0">
                <a:solidFill>
                  <a:schemeClr val="tx2">
                    <a:lumMod val="90000"/>
                    <a:lumOff val="10000"/>
                  </a:schemeClr>
                </a:solidFill>
                <a:latin typeface="Angsana New" panose="02020603050405020304" pitchFamily="18" charset="-34"/>
                <a:cs typeface="Angsana New" panose="02020603050405020304" pitchFamily="18" charset="-34"/>
              </a:rPr>
              <a:t>MIND SPIRIT 2025</a:t>
            </a:r>
            <a:br>
              <a:rPr lang="en-IN" sz="4000" dirty="0"/>
            </a:br>
            <a:r>
              <a:rPr lang="en-IN" sz="3600" dirty="0"/>
              <a:t>TITLE PAGE</a:t>
            </a:r>
          </a:p>
        </p:txBody>
      </p:sp>
      <p:sp>
        <p:nvSpPr>
          <p:cNvPr id="3" name="Subtitle 2">
            <a:extLst>
              <a:ext uri="{FF2B5EF4-FFF2-40B4-BE49-F238E27FC236}">
                <a16:creationId xmlns:a16="http://schemas.microsoft.com/office/drawing/2014/main" id="{7DEA340C-C926-63F8-AC05-9E89555B08C9}"/>
              </a:ext>
            </a:extLst>
          </p:cNvPr>
          <p:cNvSpPr>
            <a:spLocks noGrp="1"/>
          </p:cNvSpPr>
          <p:nvPr>
            <p:ph type="subTitle" idx="1"/>
          </p:nvPr>
        </p:nvSpPr>
        <p:spPr>
          <a:xfrm>
            <a:off x="357809" y="2176670"/>
            <a:ext cx="11251095" cy="4204252"/>
          </a:xfrm>
        </p:spPr>
        <p:txBody>
          <a:bodyPr>
            <a:normAutofit/>
          </a:bodyPr>
          <a:lstStyle/>
          <a:p>
            <a:r>
              <a:rPr lang="en-IN" sz="3200" b="1" dirty="0"/>
              <a:t>SHE SKILLS</a:t>
            </a:r>
          </a:p>
          <a:p>
            <a:r>
              <a:rPr lang="en-US" dirty="0"/>
              <a:t>Empowering Women Through Talent, Safety &amp; Opportunity</a:t>
            </a:r>
          </a:p>
          <a:p>
            <a:pPr algn="l"/>
            <a:endParaRPr lang="en-US" dirty="0"/>
          </a:p>
          <a:p>
            <a:pPr algn="l"/>
            <a:r>
              <a:rPr lang="en-US" b="1" dirty="0"/>
              <a:t>Theme : </a:t>
            </a:r>
            <a:r>
              <a:rPr lang="en-US" dirty="0" err="1"/>
              <a:t>Femine</a:t>
            </a:r>
            <a:r>
              <a:rPr lang="en-US" dirty="0"/>
              <a:t> Shakti(Women Empowerment)</a:t>
            </a:r>
          </a:p>
          <a:p>
            <a:pPr algn="l"/>
            <a:r>
              <a:rPr lang="en-IN" b="1" dirty="0"/>
              <a:t>App Category:</a:t>
            </a:r>
            <a:r>
              <a:rPr lang="en-IN" dirty="0"/>
              <a:t> Software</a:t>
            </a:r>
          </a:p>
          <a:p>
            <a:pPr algn="l"/>
            <a:r>
              <a:rPr lang="en-IN" b="1" dirty="0"/>
              <a:t>Team Name: </a:t>
            </a:r>
            <a:r>
              <a:rPr lang="en-IN" dirty="0"/>
              <a:t>Bold Bytes</a:t>
            </a:r>
          </a:p>
          <a:p>
            <a:pPr algn="l"/>
            <a:r>
              <a:rPr lang="en-IN" b="1" dirty="0"/>
              <a:t>Team ID:</a:t>
            </a:r>
            <a:r>
              <a:rPr lang="en-IN" dirty="0"/>
              <a:t>TM-FS-016</a:t>
            </a:r>
          </a:p>
          <a:p>
            <a:pPr algn="l"/>
            <a:endParaRPr lang="en-IN" b="1" dirty="0"/>
          </a:p>
        </p:txBody>
      </p:sp>
      <p:pic>
        <p:nvPicPr>
          <p:cNvPr id="5" name="Picture 4">
            <a:extLst>
              <a:ext uri="{FF2B5EF4-FFF2-40B4-BE49-F238E27FC236}">
                <a16:creationId xmlns:a16="http://schemas.microsoft.com/office/drawing/2014/main" id="{31923795-BD99-5C38-E7E3-E317DA9D95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3458" y="3193026"/>
            <a:ext cx="3429000" cy="3429000"/>
          </a:xfrm>
          <a:prstGeom prst="rect">
            <a:avLst/>
          </a:prstGeom>
        </p:spPr>
      </p:pic>
    </p:spTree>
    <p:extLst>
      <p:ext uri="{BB962C8B-B14F-4D97-AF65-F5344CB8AC3E}">
        <p14:creationId xmlns:p14="http://schemas.microsoft.com/office/powerpoint/2010/main" val="3481233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4E0FA-607F-721A-1A32-DE58ACF978E6}"/>
              </a:ext>
            </a:extLst>
          </p:cNvPr>
          <p:cNvSpPr>
            <a:spLocks noGrp="1"/>
          </p:cNvSpPr>
          <p:nvPr>
            <p:ph type="title"/>
          </p:nvPr>
        </p:nvSpPr>
        <p:spPr>
          <a:xfrm>
            <a:off x="838200" y="0"/>
            <a:ext cx="10515600" cy="1325563"/>
          </a:xfrm>
        </p:spPr>
        <p:txBody>
          <a:bodyPr/>
          <a:lstStyle/>
          <a:p>
            <a:pPr algn="ctr"/>
            <a:r>
              <a:rPr lang="en-IN" sz="3600" b="1" dirty="0"/>
              <a:t>PROBLEM</a:t>
            </a:r>
            <a:r>
              <a:rPr lang="en-IN" b="1" dirty="0"/>
              <a:t> </a:t>
            </a:r>
            <a:r>
              <a:rPr lang="en-IN" sz="3600" b="1" dirty="0"/>
              <a:t>STATEMENT</a:t>
            </a:r>
          </a:p>
        </p:txBody>
      </p:sp>
      <p:sp>
        <p:nvSpPr>
          <p:cNvPr id="3" name="Content Placeholder 2">
            <a:extLst>
              <a:ext uri="{FF2B5EF4-FFF2-40B4-BE49-F238E27FC236}">
                <a16:creationId xmlns:a16="http://schemas.microsoft.com/office/drawing/2014/main" id="{EFAEDE6B-3F13-E85D-A714-55BA49D32C00}"/>
              </a:ext>
            </a:extLst>
          </p:cNvPr>
          <p:cNvSpPr>
            <a:spLocks noGrp="1"/>
          </p:cNvSpPr>
          <p:nvPr>
            <p:ph idx="1"/>
          </p:nvPr>
        </p:nvSpPr>
        <p:spPr>
          <a:xfrm>
            <a:off x="606287" y="1779106"/>
            <a:ext cx="11304104" cy="3995530"/>
          </a:xfrm>
        </p:spPr>
        <p:txBody>
          <a:bodyPr>
            <a:normAutofit/>
          </a:bodyPr>
          <a:lstStyle/>
          <a:p>
            <a:pPr marL="0" indent="0">
              <a:buNone/>
            </a:pPr>
            <a:r>
              <a:rPr lang="en-US" sz="2400" dirty="0"/>
              <a:t>Many talented housewives skilled in tailoring, </a:t>
            </a:r>
            <a:r>
              <a:rPr lang="en-US" sz="2400" dirty="0" err="1"/>
              <a:t>mehendi</a:t>
            </a:r>
            <a:r>
              <a:rPr lang="en-US" sz="2400" dirty="0"/>
              <a:t> design, home cooking, beauty services, and more often remain </a:t>
            </a:r>
            <a:r>
              <a:rPr lang="en-US" sz="2400" b="1" dirty="0"/>
              <a:t>unnoticed and undervalued</a:t>
            </a:r>
            <a:r>
              <a:rPr lang="en-US" sz="2400" dirty="0"/>
              <a:t> due to the absence of a platform to showcase their abilities or find customers. At the same time, people looking for simple local services like blouse stitching or homemade food struggle to discover </a:t>
            </a:r>
            <a:r>
              <a:rPr lang="en-US" sz="2400" b="1" dirty="0"/>
              <a:t>trusted, nearby women service providers </a:t>
            </a:r>
            <a:r>
              <a:rPr lang="en-US" sz="2400" dirty="0"/>
              <a:t>. A key barrier is ensuring this connection happens </a:t>
            </a:r>
            <a:r>
              <a:rPr lang="en-US" sz="2400" b="1" dirty="0"/>
              <a:t>without compromising women’s privacy and safety</a:t>
            </a:r>
            <a:r>
              <a:rPr lang="en-US" sz="2400" dirty="0"/>
              <a:t>. Sharing personal phone numbers, exact home addresses, or identity details can expose women to risks and misuse . There is a strong need for a </a:t>
            </a:r>
            <a:r>
              <a:rPr lang="en-US" sz="2400" b="1" dirty="0"/>
              <a:t>safe, women-centric, location-based platform</a:t>
            </a:r>
            <a:r>
              <a:rPr lang="en-US" sz="2400" dirty="0"/>
              <a:t> that helps users find skilled housewives in their area while ensuring </a:t>
            </a:r>
            <a:r>
              <a:rPr lang="en-US" sz="2400" b="1" dirty="0"/>
              <a:t>strict privacy protection, secure communication, and meaningful earning opportunities</a:t>
            </a:r>
            <a:r>
              <a:rPr lang="en-US" sz="2400" dirty="0"/>
              <a:t> for women from the comfort of their homes.</a:t>
            </a:r>
          </a:p>
          <a:p>
            <a:endParaRPr lang="en-IN" dirty="0"/>
          </a:p>
        </p:txBody>
      </p:sp>
    </p:spTree>
    <p:extLst>
      <p:ext uri="{BB962C8B-B14F-4D97-AF65-F5344CB8AC3E}">
        <p14:creationId xmlns:p14="http://schemas.microsoft.com/office/powerpoint/2010/main" val="925021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448A0-221A-7109-E9BC-D7FC0D394262}"/>
              </a:ext>
            </a:extLst>
          </p:cNvPr>
          <p:cNvSpPr>
            <a:spLocks noGrp="1"/>
          </p:cNvSpPr>
          <p:nvPr>
            <p:ph type="title"/>
          </p:nvPr>
        </p:nvSpPr>
        <p:spPr>
          <a:xfrm>
            <a:off x="838200" y="-97099"/>
            <a:ext cx="10515600" cy="1325563"/>
          </a:xfrm>
        </p:spPr>
        <p:txBody>
          <a:bodyPr>
            <a:normAutofit/>
          </a:bodyPr>
          <a:lstStyle/>
          <a:p>
            <a:pPr algn="ctr"/>
            <a:r>
              <a:rPr lang="en-IN" sz="3600" b="1" dirty="0"/>
              <a:t>SOLUTION AND UNIQUENESS</a:t>
            </a:r>
          </a:p>
        </p:txBody>
      </p:sp>
      <p:sp>
        <p:nvSpPr>
          <p:cNvPr id="3" name="Content Placeholder 2">
            <a:extLst>
              <a:ext uri="{FF2B5EF4-FFF2-40B4-BE49-F238E27FC236}">
                <a16:creationId xmlns:a16="http://schemas.microsoft.com/office/drawing/2014/main" id="{53642304-AD01-9023-B5F8-85CF3A5335DC}"/>
              </a:ext>
            </a:extLst>
          </p:cNvPr>
          <p:cNvSpPr>
            <a:spLocks noGrp="1"/>
          </p:cNvSpPr>
          <p:nvPr>
            <p:ph sz="half" idx="1"/>
          </p:nvPr>
        </p:nvSpPr>
        <p:spPr>
          <a:xfrm>
            <a:off x="446316" y="1366577"/>
            <a:ext cx="5257800" cy="5285432"/>
          </a:xfrm>
        </p:spPr>
        <p:txBody>
          <a:bodyPr/>
          <a:lstStyle/>
          <a:p>
            <a:pPr marL="0" indent="0" algn="ctr">
              <a:lnSpc>
                <a:spcPct val="100000"/>
              </a:lnSpc>
              <a:buNone/>
            </a:pPr>
            <a:r>
              <a:rPr lang="en-IN" dirty="0"/>
              <a:t>PROPOSED SOLUTION</a:t>
            </a:r>
          </a:p>
          <a:p>
            <a:pPr marL="0" indent="0" algn="ctr">
              <a:lnSpc>
                <a:spcPct val="100000"/>
              </a:lnSpc>
              <a:buNone/>
            </a:pPr>
            <a:endParaRPr lang="en-IN" dirty="0"/>
          </a:p>
          <a:p>
            <a:pPr>
              <a:lnSpc>
                <a:spcPct val="100000"/>
              </a:lnSpc>
            </a:pPr>
            <a:r>
              <a:rPr lang="en-US" sz="2400" dirty="0"/>
              <a:t>To build </a:t>
            </a:r>
            <a:r>
              <a:rPr lang="en-US" sz="2400" b="1" dirty="0" err="1"/>
              <a:t>SheSkills</a:t>
            </a:r>
            <a:r>
              <a:rPr lang="en-US" sz="2400" dirty="0"/>
              <a:t>, a safe and women-centric </a:t>
            </a:r>
            <a:r>
              <a:rPr lang="en-US" sz="2400" b="1" dirty="0"/>
              <a:t>local skill discovery platform</a:t>
            </a:r>
            <a:r>
              <a:rPr lang="en-US" sz="2400" dirty="0"/>
              <a:t> for talented housewives</a:t>
            </a:r>
          </a:p>
          <a:p>
            <a:r>
              <a:rPr lang="en-US" sz="2400" dirty="0"/>
              <a:t>Showcase their skills </a:t>
            </a:r>
          </a:p>
          <a:p>
            <a:r>
              <a:rPr lang="en-US" sz="2400" dirty="0"/>
              <a:t>Financial independence </a:t>
            </a:r>
          </a:p>
          <a:p>
            <a:r>
              <a:rPr lang="en-US" sz="2400" dirty="0"/>
              <a:t>Approximate location </a:t>
            </a:r>
          </a:p>
          <a:p>
            <a:r>
              <a:rPr lang="en-US" sz="2400" dirty="0"/>
              <a:t>Secure, in-app communication</a:t>
            </a:r>
          </a:p>
          <a:p>
            <a:r>
              <a:rPr lang="en-IN" sz="2400" dirty="0"/>
              <a:t>Privacy-protected system</a:t>
            </a:r>
            <a:endParaRPr lang="en-US" sz="2400" dirty="0"/>
          </a:p>
          <a:p>
            <a:endParaRPr lang="en-US" sz="2400" dirty="0"/>
          </a:p>
          <a:p>
            <a:endParaRPr lang="en-IN" sz="2000" dirty="0"/>
          </a:p>
        </p:txBody>
      </p:sp>
      <p:sp>
        <p:nvSpPr>
          <p:cNvPr id="4" name="Content Placeholder 3">
            <a:extLst>
              <a:ext uri="{FF2B5EF4-FFF2-40B4-BE49-F238E27FC236}">
                <a16:creationId xmlns:a16="http://schemas.microsoft.com/office/drawing/2014/main" id="{35177B59-3276-319D-A2F9-731D326DD1DC}"/>
              </a:ext>
            </a:extLst>
          </p:cNvPr>
          <p:cNvSpPr>
            <a:spLocks noGrp="1"/>
          </p:cNvSpPr>
          <p:nvPr>
            <p:ph sz="half" idx="2"/>
          </p:nvPr>
        </p:nvSpPr>
        <p:spPr>
          <a:xfrm>
            <a:off x="6487885" y="1356528"/>
            <a:ext cx="5257800" cy="5285432"/>
          </a:xfrm>
        </p:spPr>
        <p:txBody>
          <a:bodyPr/>
          <a:lstStyle/>
          <a:p>
            <a:pPr marL="0" indent="0" algn="ctr">
              <a:buNone/>
            </a:pPr>
            <a:r>
              <a:rPr lang="en-IN" dirty="0"/>
              <a:t>UNIQUENESS</a:t>
            </a:r>
          </a:p>
          <a:p>
            <a:pPr marL="0" indent="0" algn="ctr">
              <a:buNone/>
            </a:pPr>
            <a:endParaRPr lang="en-IN" dirty="0"/>
          </a:p>
          <a:p>
            <a:r>
              <a:rPr lang="en-IN" sz="2400" dirty="0"/>
              <a:t>Privacy-first platform</a:t>
            </a:r>
          </a:p>
          <a:p>
            <a:r>
              <a:rPr lang="en-IN" sz="2400" dirty="0"/>
              <a:t>Local discovery, not geo-tracking</a:t>
            </a:r>
          </a:p>
          <a:p>
            <a:r>
              <a:rPr lang="en-IN" sz="2400" dirty="0"/>
              <a:t>Women-centric design</a:t>
            </a:r>
          </a:p>
          <a:p>
            <a:r>
              <a:rPr lang="en-IN" sz="2400" dirty="0"/>
              <a:t>Secure communication</a:t>
            </a:r>
          </a:p>
          <a:p>
            <a:r>
              <a:rPr lang="en-IN" sz="2400" dirty="0"/>
              <a:t>Skill-focused profiles</a:t>
            </a:r>
          </a:p>
          <a:p>
            <a:r>
              <a:rPr lang="en-IN" sz="2400" dirty="0"/>
              <a:t>Simple and friendly interface</a:t>
            </a:r>
          </a:p>
          <a:p>
            <a:r>
              <a:rPr lang="en-IN" sz="2400" dirty="0"/>
              <a:t>Trust-building features</a:t>
            </a:r>
          </a:p>
          <a:p>
            <a:r>
              <a:rPr lang="en-IN" sz="2400" dirty="0"/>
              <a:t>Community upliftment</a:t>
            </a:r>
          </a:p>
        </p:txBody>
      </p:sp>
    </p:spTree>
    <p:extLst>
      <p:ext uri="{BB962C8B-B14F-4D97-AF65-F5344CB8AC3E}">
        <p14:creationId xmlns:p14="http://schemas.microsoft.com/office/powerpoint/2010/main" val="2290981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D0D2E5-0E19-4DC1-2178-0357D2044A19}"/>
              </a:ext>
            </a:extLst>
          </p:cNvPr>
          <p:cNvSpPr>
            <a:spLocks noGrp="1"/>
          </p:cNvSpPr>
          <p:nvPr>
            <p:ph sz="half" idx="1"/>
          </p:nvPr>
        </p:nvSpPr>
        <p:spPr>
          <a:xfrm>
            <a:off x="205410" y="158705"/>
            <a:ext cx="5529468" cy="6520069"/>
          </a:xfrm>
        </p:spPr>
        <p:txBody>
          <a:bodyPr/>
          <a:lstStyle/>
          <a:p>
            <a:pPr marL="0" indent="0">
              <a:buNone/>
            </a:pPr>
            <a:r>
              <a:rPr lang="en-US" b="1" dirty="0"/>
              <a:t>TECHNOLOGY :</a:t>
            </a:r>
          </a:p>
          <a:p>
            <a:pPr marL="0" indent="0">
              <a:buNone/>
            </a:pPr>
            <a:r>
              <a:rPr lang="en-IN" sz="2400" dirty="0"/>
              <a:t>Frontend : </a:t>
            </a:r>
            <a:r>
              <a:rPr lang="en-IN" sz="2400" b="1" dirty="0"/>
              <a:t>Flutter</a:t>
            </a:r>
            <a:r>
              <a:rPr lang="en-IN" sz="2400" dirty="0"/>
              <a:t> (</a:t>
            </a:r>
            <a:r>
              <a:rPr lang="en-IN" dirty="0"/>
              <a:t>native</a:t>
            </a:r>
            <a:r>
              <a:rPr lang="en-IN" sz="2400" dirty="0"/>
              <a:t> Android/iOS + web)</a:t>
            </a:r>
          </a:p>
          <a:p>
            <a:pPr marL="0" indent="0">
              <a:buNone/>
            </a:pPr>
            <a:r>
              <a:rPr lang="en-IN" sz="2400" dirty="0"/>
              <a:t>Backend : </a:t>
            </a:r>
            <a:r>
              <a:rPr lang="en-IN" sz="2400" b="1" dirty="0"/>
              <a:t>Python </a:t>
            </a:r>
            <a:r>
              <a:rPr lang="en-IN" sz="2400" dirty="0"/>
              <a:t>(</a:t>
            </a:r>
            <a:r>
              <a:rPr lang="en-IN" sz="2400" dirty="0" err="1"/>
              <a:t>FastAPI</a:t>
            </a:r>
            <a:r>
              <a:rPr lang="en-IN" sz="2400" dirty="0"/>
              <a:t> / Flask)</a:t>
            </a:r>
          </a:p>
          <a:p>
            <a:pPr marL="0" indent="0">
              <a:buNone/>
            </a:pPr>
            <a:r>
              <a:rPr lang="en-IN" sz="2400" dirty="0"/>
              <a:t>Database : PostgreSQL</a:t>
            </a:r>
          </a:p>
          <a:p>
            <a:pPr marL="0" indent="0">
              <a:buNone/>
            </a:pPr>
            <a:r>
              <a:rPr lang="en-IN" sz="2400" dirty="0"/>
              <a:t>Location &amp; Privacy : Geohash / rounded </a:t>
            </a:r>
            <a:r>
              <a:rPr lang="en-IN" sz="2400" dirty="0" err="1"/>
              <a:t>lat-lng</a:t>
            </a:r>
            <a:endParaRPr lang="en-IN" sz="2400" dirty="0"/>
          </a:p>
          <a:p>
            <a:pPr marL="0" indent="0">
              <a:buNone/>
            </a:pPr>
            <a:r>
              <a:rPr lang="en-IN" sz="2400" dirty="0"/>
              <a:t>Authentication &amp; Identity : </a:t>
            </a:r>
            <a:r>
              <a:rPr lang="en-IN" sz="2400" b="1" dirty="0"/>
              <a:t>Firebase Auth</a:t>
            </a:r>
            <a:r>
              <a:rPr lang="en-IN" sz="2400" dirty="0"/>
              <a:t> (scalable)</a:t>
            </a:r>
          </a:p>
          <a:p>
            <a:pPr marL="0" indent="0">
              <a:buNone/>
            </a:pPr>
            <a:r>
              <a:rPr lang="en-IN" sz="2400" dirty="0"/>
              <a:t>Payments : </a:t>
            </a:r>
            <a:r>
              <a:rPr lang="en-IN" sz="2400" b="1" dirty="0" err="1"/>
              <a:t>Razorpay</a:t>
            </a:r>
            <a:r>
              <a:rPr lang="en-IN" sz="2400" dirty="0"/>
              <a:t> or </a:t>
            </a:r>
            <a:r>
              <a:rPr lang="en-IN" sz="2400" b="1" dirty="0"/>
              <a:t>Stripe India</a:t>
            </a:r>
          </a:p>
          <a:p>
            <a:pPr marL="0" indent="0">
              <a:buNone/>
            </a:pPr>
            <a:r>
              <a:rPr lang="en-IN" sz="2400" dirty="0"/>
              <a:t> </a:t>
            </a:r>
          </a:p>
          <a:p>
            <a:pPr marL="0" indent="0">
              <a:buNone/>
            </a:pPr>
            <a:endParaRPr lang="en-IN" sz="2400" dirty="0"/>
          </a:p>
          <a:p>
            <a:pPr marL="0" indent="0">
              <a:buNone/>
            </a:pPr>
            <a:r>
              <a:rPr lang="en-IN" sz="2400" dirty="0"/>
              <a:t> </a:t>
            </a:r>
            <a:endParaRPr lang="en-IN" sz="2400" b="1" dirty="0"/>
          </a:p>
          <a:p>
            <a:pPr marL="0" indent="0">
              <a:buNone/>
            </a:pPr>
            <a:endParaRPr lang="en-IN" b="1" dirty="0"/>
          </a:p>
          <a:p>
            <a:endParaRPr lang="en-IN" dirty="0"/>
          </a:p>
        </p:txBody>
      </p:sp>
      <p:sp>
        <p:nvSpPr>
          <p:cNvPr id="4" name="Content Placeholder 3">
            <a:extLst>
              <a:ext uri="{FF2B5EF4-FFF2-40B4-BE49-F238E27FC236}">
                <a16:creationId xmlns:a16="http://schemas.microsoft.com/office/drawing/2014/main" id="{1A320D0E-C25E-92A8-4926-772530E6D653}"/>
              </a:ext>
            </a:extLst>
          </p:cNvPr>
          <p:cNvSpPr>
            <a:spLocks noGrp="1"/>
          </p:cNvSpPr>
          <p:nvPr>
            <p:ph sz="half" idx="2"/>
          </p:nvPr>
        </p:nvSpPr>
        <p:spPr>
          <a:xfrm>
            <a:off x="5903843" y="129209"/>
            <a:ext cx="6082747" cy="6520069"/>
          </a:xfrm>
        </p:spPr>
        <p:txBody>
          <a:bodyPr/>
          <a:lstStyle/>
          <a:p>
            <a:pPr marL="0" indent="0">
              <a:buNone/>
            </a:pPr>
            <a:r>
              <a:rPr lang="en-US" b="1" dirty="0"/>
              <a:t>METHODOLOGY:</a:t>
            </a:r>
          </a:p>
          <a:p>
            <a:pPr marL="0" indent="0" algn="ctr">
              <a:buNone/>
            </a:pPr>
            <a:endParaRPr lang="en-IN" b="1" dirty="0"/>
          </a:p>
        </p:txBody>
      </p:sp>
      <p:pic>
        <p:nvPicPr>
          <p:cNvPr id="6" name="Picture 5">
            <a:extLst>
              <a:ext uri="{FF2B5EF4-FFF2-40B4-BE49-F238E27FC236}">
                <a16:creationId xmlns:a16="http://schemas.microsoft.com/office/drawing/2014/main" id="{F185D279-CEBB-0C19-934A-9E727DFEE9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2990" y="596347"/>
            <a:ext cx="4258165" cy="6162261"/>
          </a:xfrm>
          <a:prstGeom prst="rect">
            <a:avLst/>
          </a:prstGeom>
        </p:spPr>
      </p:pic>
    </p:spTree>
    <p:extLst>
      <p:ext uri="{BB962C8B-B14F-4D97-AF65-F5344CB8AC3E}">
        <p14:creationId xmlns:p14="http://schemas.microsoft.com/office/powerpoint/2010/main" val="95702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0AA3CD7-6CAB-A7AF-31BA-40D88758B27B}"/>
              </a:ext>
            </a:extLst>
          </p:cNvPr>
          <p:cNvSpPr>
            <a:spLocks noGrp="1"/>
          </p:cNvSpPr>
          <p:nvPr>
            <p:ph sz="half" idx="2"/>
          </p:nvPr>
        </p:nvSpPr>
        <p:spPr>
          <a:xfrm>
            <a:off x="6096000" y="920852"/>
            <a:ext cx="5181600" cy="5190387"/>
          </a:xfrm>
        </p:spPr>
        <p:txBody>
          <a:bodyPr>
            <a:normAutofit/>
          </a:bodyPr>
          <a:lstStyle/>
          <a:p>
            <a:pPr marL="0" indent="0" algn="ctr">
              <a:buNone/>
            </a:pPr>
            <a:r>
              <a:rPr lang="en-IN" sz="3200" b="1" dirty="0"/>
              <a:t>Feasibility</a:t>
            </a:r>
          </a:p>
          <a:p>
            <a:pPr marL="0" indent="0" algn="ctr">
              <a:buNone/>
            </a:pPr>
            <a:endParaRPr lang="en-IN" b="1" dirty="0"/>
          </a:p>
          <a:p>
            <a:r>
              <a:rPr lang="en-US" sz="2000" dirty="0"/>
              <a:t>High Demand for Local Services</a:t>
            </a:r>
          </a:p>
          <a:p>
            <a:r>
              <a:rPr lang="en-US" sz="2000" dirty="0"/>
              <a:t>Increasing Smartphone Access Among Housewives</a:t>
            </a:r>
          </a:p>
          <a:p>
            <a:r>
              <a:rPr lang="en-US" sz="2000" dirty="0"/>
              <a:t>Simple and Low-Cost Technology Stack</a:t>
            </a:r>
          </a:p>
          <a:p>
            <a:r>
              <a:rPr lang="en-US" sz="2000" dirty="0"/>
              <a:t>Easy Adoption in Urban &amp; Semi-Urban Areas</a:t>
            </a:r>
          </a:p>
          <a:p>
            <a:r>
              <a:rPr lang="en-IN" sz="2000" dirty="0"/>
              <a:t>Supports Work-From-Home Opportunities</a:t>
            </a:r>
          </a:p>
          <a:p>
            <a:r>
              <a:rPr lang="en-IN" sz="2000" dirty="0"/>
              <a:t>Scalable Architecture</a:t>
            </a:r>
          </a:p>
          <a:p>
            <a:r>
              <a:rPr lang="en-IN" sz="2000" dirty="0"/>
              <a:t>Strong Social Acceptance</a:t>
            </a:r>
          </a:p>
          <a:p>
            <a:r>
              <a:rPr lang="en-IN" sz="2000" dirty="0"/>
              <a:t>Government &amp; NGO Alignment</a:t>
            </a:r>
          </a:p>
          <a:p>
            <a:endParaRPr lang="en-IN" sz="2000" b="1" dirty="0"/>
          </a:p>
        </p:txBody>
      </p:sp>
      <p:graphicFrame>
        <p:nvGraphicFramePr>
          <p:cNvPr id="6" name="Table 5">
            <a:extLst>
              <a:ext uri="{FF2B5EF4-FFF2-40B4-BE49-F238E27FC236}">
                <a16:creationId xmlns:a16="http://schemas.microsoft.com/office/drawing/2014/main" id="{7788A623-3F45-634E-85BC-8B5C7DCC03F3}"/>
              </a:ext>
            </a:extLst>
          </p:cNvPr>
          <p:cNvGraphicFramePr>
            <a:graphicFrameLocks noGrp="1"/>
          </p:cNvGraphicFramePr>
          <p:nvPr>
            <p:extLst>
              <p:ext uri="{D42A27DB-BD31-4B8C-83A1-F6EECF244321}">
                <p14:modId xmlns:p14="http://schemas.microsoft.com/office/powerpoint/2010/main" val="1379642146"/>
              </p:ext>
            </p:extLst>
          </p:nvPr>
        </p:nvGraphicFramePr>
        <p:xfrm>
          <a:off x="596491" y="920852"/>
          <a:ext cx="5096386" cy="5190387"/>
        </p:xfrm>
        <a:graphic>
          <a:graphicData uri="http://schemas.openxmlformats.org/drawingml/2006/table">
            <a:tbl>
              <a:tblPr firstRow="1" bandRow="1">
                <a:tableStyleId>{073A0DAA-6AF3-43AB-8588-CEC1D06C72B9}</a:tableStyleId>
              </a:tblPr>
              <a:tblGrid>
                <a:gridCol w="2548193">
                  <a:extLst>
                    <a:ext uri="{9D8B030D-6E8A-4147-A177-3AD203B41FA5}">
                      <a16:colId xmlns:a16="http://schemas.microsoft.com/office/drawing/2014/main" val="784122771"/>
                    </a:ext>
                  </a:extLst>
                </a:gridCol>
                <a:gridCol w="2548193">
                  <a:extLst>
                    <a:ext uri="{9D8B030D-6E8A-4147-A177-3AD203B41FA5}">
                      <a16:colId xmlns:a16="http://schemas.microsoft.com/office/drawing/2014/main" val="3735824117"/>
                    </a:ext>
                  </a:extLst>
                </a:gridCol>
              </a:tblGrid>
              <a:tr h="609599">
                <a:tc>
                  <a:txBody>
                    <a:bodyPr/>
                    <a:lstStyle/>
                    <a:p>
                      <a:pPr algn="ctr"/>
                      <a:r>
                        <a:rPr lang="en-US" dirty="0"/>
                        <a:t>CHALLENGES</a:t>
                      </a:r>
                      <a:endParaRPr lang="en-IN" dirty="0"/>
                    </a:p>
                  </a:txBody>
                  <a:tcPr/>
                </a:tc>
                <a:tc>
                  <a:txBody>
                    <a:bodyPr/>
                    <a:lstStyle/>
                    <a:p>
                      <a:pPr algn="ctr"/>
                      <a:r>
                        <a:rPr lang="en-US" dirty="0"/>
                        <a:t>SOLUTIONS</a:t>
                      </a:r>
                      <a:endParaRPr lang="en-IN" dirty="0"/>
                    </a:p>
                  </a:txBody>
                  <a:tcPr/>
                </a:tc>
                <a:extLst>
                  <a:ext uri="{0D108BD9-81ED-4DB2-BD59-A6C34878D82A}">
                    <a16:rowId xmlns:a16="http://schemas.microsoft.com/office/drawing/2014/main" val="970214302"/>
                  </a:ext>
                </a:extLst>
              </a:tr>
              <a:tr h="1101674">
                <a:tc>
                  <a:txBody>
                    <a:bodyPr/>
                    <a:lstStyle/>
                    <a:p>
                      <a:pPr marL="285750" indent="-285750">
                        <a:buFont typeface="Arial" panose="020B0604020202020204" pitchFamily="34" charset="0"/>
                        <a:buChar char="•"/>
                      </a:pPr>
                      <a:r>
                        <a:rPr lang="en-US" dirty="0"/>
                        <a:t>Women hesitate to join due to privacy risks</a:t>
                      </a:r>
                      <a:endParaRPr lang="en-IN" dirty="0"/>
                    </a:p>
                  </a:txBody>
                  <a:tcPr/>
                </a:tc>
                <a:tc>
                  <a:txBody>
                    <a:bodyPr/>
                    <a:lstStyle/>
                    <a:p>
                      <a:pPr marL="285750" indent="-285750">
                        <a:buFont typeface="Arial" panose="020B0604020202020204" pitchFamily="34" charset="0"/>
                        <a:buChar char="•"/>
                      </a:pPr>
                      <a:r>
                        <a:rPr lang="en-US" dirty="0"/>
                        <a:t>Mask personal details and show only approximate location</a:t>
                      </a:r>
                      <a:endParaRPr lang="en-IN" dirty="0"/>
                    </a:p>
                  </a:txBody>
                  <a:tcPr/>
                </a:tc>
                <a:extLst>
                  <a:ext uri="{0D108BD9-81ED-4DB2-BD59-A6C34878D82A}">
                    <a16:rowId xmlns:a16="http://schemas.microsoft.com/office/drawing/2014/main" val="1181578703"/>
                  </a:ext>
                </a:extLst>
              </a:tr>
              <a:tr h="1101674">
                <a:tc>
                  <a:txBody>
                    <a:bodyPr/>
                    <a:lstStyle/>
                    <a:p>
                      <a:pPr marL="285750" indent="-285750">
                        <a:buFont typeface="Arial" panose="020B0604020202020204" pitchFamily="34" charset="0"/>
                        <a:buChar char="•"/>
                      </a:pPr>
                      <a:r>
                        <a:rPr lang="en-US" dirty="0"/>
                        <a:t>Fake or unverified worker profiles reduce trust</a:t>
                      </a:r>
                      <a:endParaRPr lang="en-IN" dirty="0"/>
                    </a:p>
                  </a:txBody>
                  <a:tcPr/>
                </a:tc>
                <a:tc>
                  <a:txBody>
                    <a:bodyPr/>
                    <a:lstStyle/>
                    <a:p>
                      <a:pPr marL="285750" indent="-285750">
                        <a:buFont typeface="Arial" panose="020B0604020202020204" pitchFamily="34" charset="0"/>
                        <a:buChar char="•"/>
                      </a:pPr>
                      <a:r>
                        <a:rPr lang="en-US" dirty="0"/>
                        <a:t>Use admin verification and skill sample uploads</a:t>
                      </a:r>
                      <a:endParaRPr lang="en-IN" dirty="0"/>
                    </a:p>
                  </a:txBody>
                  <a:tcPr/>
                </a:tc>
                <a:extLst>
                  <a:ext uri="{0D108BD9-81ED-4DB2-BD59-A6C34878D82A}">
                    <a16:rowId xmlns:a16="http://schemas.microsoft.com/office/drawing/2014/main" val="3877530430"/>
                  </a:ext>
                </a:extLst>
              </a:tr>
              <a:tr h="1101674">
                <a:tc>
                  <a:txBody>
                    <a:bodyPr/>
                    <a:lstStyle/>
                    <a:p>
                      <a:pPr marL="285750" indent="-285750">
                        <a:buFont typeface="Arial" panose="020B0604020202020204" pitchFamily="34" charset="0"/>
                        <a:buChar char="•"/>
                      </a:pPr>
                      <a:r>
                        <a:rPr lang="en-US" dirty="0"/>
                        <a:t>Lack of trust between customers and workers</a:t>
                      </a:r>
                      <a:endParaRPr lang="en-IN" dirty="0"/>
                    </a:p>
                  </a:txBody>
                  <a:tcPr/>
                </a:tc>
                <a:tc>
                  <a:txBody>
                    <a:bodyPr/>
                    <a:lstStyle/>
                    <a:p>
                      <a:pPr marL="285750" indent="-285750">
                        <a:buFont typeface="Arial" panose="020B0604020202020204" pitchFamily="34" charset="0"/>
                        <a:buChar char="•"/>
                      </a:pPr>
                      <a:r>
                        <a:rPr lang="en-US" dirty="0"/>
                        <a:t>Add ratings, reviews, and verified badges</a:t>
                      </a:r>
                      <a:endParaRPr lang="en-IN" dirty="0"/>
                    </a:p>
                  </a:txBody>
                  <a:tcPr/>
                </a:tc>
                <a:extLst>
                  <a:ext uri="{0D108BD9-81ED-4DB2-BD59-A6C34878D82A}">
                    <a16:rowId xmlns:a16="http://schemas.microsoft.com/office/drawing/2014/main" val="2852293083"/>
                  </a:ext>
                </a:extLst>
              </a:tr>
              <a:tr h="1101674">
                <a:tc>
                  <a:txBody>
                    <a:bodyPr/>
                    <a:lstStyle/>
                    <a:p>
                      <a:pPr marL="285750" indent="-285750">
                        <a:buFont typeface="Arial" panose="020B0604020202020204" pitchFamily="34" charset="0"/>
                        <a:buChar char="•"/>
                      </a:pPr>
                      <a:r>
                        <a:rPr lang="en-US" dirty="0"/>
                        <a:t>Women are unsure or shy to join new platforms</a:t>
                      </a:r>
                      <a:endParaRPr lang="en-IN" dirty="0"/>
                    </a:p>
                  </a:txBody>
                  <a:tcPr/>
                </a:tc>
                <a:tc>
                  <a:txBody>
                    <a:bodyPr/>
                    <a:lstStyle/>
                    <a:p>
                      <a:pPr marL="285750" indent="-285750">
                        <a:buFont typeface="Arial" panose="020B0604020202020204" pitchFamily="34" charset="0"/>
                        <a:buChar char="•"/>
                      </a:pPr>
                      <a:r>
                        <a:rPr lang="en-US" dirty="0"/>
                        <a:t>Provide simple onboarding and highlight success stories</a:t>
                      </a:r>
                      <a:endParaRPr lang="en-IN" dirty="0"/>
                    </a:p>
                  </a:txBody>
                  <a:tcPr/>
                </a:tc>
                <a:extLst>
                  <a:ext uri="{0D108BD9-81ED-4DB2-BD59-A6C34878D82A}">
                    <a16:rowId xmlns:a16="http://schemas.microsoft.com/office/drawing/2014/main" val="2343980974"/>
                  </a:ext>
                </a:extLst>
              </a:tr>
            </a:tbl>
          </a:graphicData>
        </a:graphic>
      </p:graphicFrame>
    </p:spTree>
    <p:extLst>
      <p:ext uri="{BB962C8B-B14F-4D97-AF65-F5344CB8AC3E}">
        <p14:creationId xmlns:p14="http://schemas.microsoft.com/office/powerpoint/2010/main" val="1101187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FA4A6-7994-B6A3-7D3F-9DC5B8374378}"/>
              </a:ext>
            </a:extLst>
          </p:cNvPr>
          <p:cNvSpPr>
            <a:spLocks noGrp="1"/>
          </p:cNvSpPr>
          <p:nvPr>
            <p:ph type="title"/>
          </p:nvPr>
        </p:nvSpPr>
        <p:spPr>
          <a:xfrm>
            <a:off x="226943" y="365125"/>
            <a:ext cx="11738113" cy="2894910"/>
          </a:xfrm>
        </p:spPr>
        <p:txBody>
          <a:bodyPr>
            <a:normAutofit fontScale="90000"/>
          </a:bodyPr>
          <a:lstStyle/>
          <a:p>
            <a:r>
              <a:rPr lang="en-IN" sz="2800" b="1" dirty="0"/>
              <a:t>IMPACTS:</a:t>
            </a:r>
            <a:br>
              <a:rPr lang="en-IN" sz="2800" b="1" dirty="0"/>
            </a:br>
            <a:r>
              <a:rPr lang="en-US" sz="2200" dirty="0"/>
              <a:t>Creates </a:t>
            </a:r>
            <a:r>
              <a:rPr lang="en-US" sz="2200" b="1" dirty="0"/>
              <a:t>financial independence</a:t>
            </a:r>
            <a:r>
              <a:rPr lang="en-US" sz="2200" dirty="0"/>
              <a:t> for housewives through flexible part-time work.</a:t>
            </a:r>
            <a:br>
              <a:rPr lang="en-US" sz="2200" dirty="0"/>
            </a:br>
            <a:r>
              <a:rPr lang="en-US" sz="2200" dirty="0"/>
              <a:t>Brings </a:t>
            </a:r>
            <a:r>
              <a:rPr lang="en-US" sz="2200" b="1" dirty="0"/>
              <a:t>visibility to hidden talents</a:t>
            </a:r>
            <a:r>
              <a:rPr lang="en-US" sz="2200" dirty="0"/>
              <a:t> in tailoring, </a:t>
            </a:r>
            <a:r>
              <a:rPr lang="en-US" sz="2200" dirty="0" err="1"/>
              <a:t>mehendi</a:t>
            </a:r>
            <a:r>
              <a:rPr lang="en-US" sz="2200" dirty="0"/>
              <a:t>, cooking, beauty services, etc.</a:t>
            </a:r>
            <a:br>
              <a:rPr lang="en-US" sz="2200" dirty="0"/>
            </a:br>
            <a:r>
              <a:rPr lang="en-US" sz="2200" dirty="0"/>
              <a:t>Provides a </a:t>
            </a:r>
            <a:r>
              <a:rPr lang="en-US" sz="2200" b="1" dirty="0"/>
              <a:t>safe and secure environment</a:t>
            </a:r>
            <a:r>
              <a:rPr lang="en-US" sz="2200" dirty="0"/>
              <a:t> for women to offer services without exposing personal details.</a:t>
            </a:r>
            <a:br>
              <a:rPr lang="en-US" sz="2200" dirty="0"/>
            </a:br>
            <a:r>
              <a:rPr lang="en-US" sz="2200" dirty="0"/>
              <a:t>Increases </a:t>
            </a:r>
            <a:r>
              <a:rPr lang="en-US" sz="2200" b="1" dirty="0"/>
              <a:t>local employment opportunities</a:t>
            </a:r>
            <a:r>
              <a:rPr lang="en-US" sz="2200" dirty="0"/>
              <a:t> within communities.</a:t>
            </a:r>
            <a:br>
              <a:rPr lang="en-US" sz="2200" dirty="0"/>
            </a:br>
            <a:r>
              <a:rPr lang="en-US" sz="2200" dirty="0"/>
              <a:t>Builds </a:t>
            </a:r>
            <a:r>
              <a:rPr lang="en-US" sz="2200" b="1" dirty="0"/>
              <a:t>trust</a:t>
            </a:r>
            <a:r>
              <a:rPr lang="en-US" sz="2200" dirty="0"/>
              <a:t> between customers and women service providers through verified profiles and ratings.</a:t>
            </a:r>
            <a:br>
              <a:rPr lang="en-US" sz="2200" dirty="0"/>
            </a:br>
            <a:r>
              <a:rPr lang="en-US" sz="2200" dirty="0"/>
              <a:t>Boosts </a:t>
            </a:r>
            <a:r>
              <a:rPr lang="en-US" sz="2200" b="1" dirty="0"/>
              <a:t>digital participation</a:t>
            </a:r>
            <a:r>
              <a:rPr lang="en-US" sz="2200" dirty="0"/>
              <a:t> among women who previously had limited technology exposure.</a:t>
            </a:r>
            <a:br>
              <a:rPr lang="en-US" sz="2200" dirty="0"/>
            </a:br>
            <a:r>
              <a:rPr lang="en-US" sz="2200" dirty="0"/>
              <a:t>Strengthens </a:t>
            </a:r>
            <a:r>
              <a:rPr lang="en-US" sz="2200" b="1" dirty="0"/>
              <a:t>community-level economic activity</a:t>
            </a:r>
            <a:r>
              <a:rPr lang="en-US" sz="2200" dirty="0"/>
              <a:t> driven by women.</a:t>
            </a:r>
            <a:br>
              <a:rPr lang="en-US" sz="2200" dirty="0"/>
            </a:br>
            <a:r>
              <a:rPr lang="en-US" sz="2200" dirty="0"/>
              <a:t>Encourages </a:t>
            </a:r>
            <a:r>
              <a:rPr lang="en-US" sz="2200" b="1" dirty="0"/>
              <a:t>women empowerment</a:t>
            </a:r>
            <a:r>
              <a:rPr lang="en-US" sz="2200" dirty="0"/>
              <a:t>, confidence, and self-reliance.</a:t>
            </a:r>
            <a:br>
              <a:rPr lang="en-US" sz="2200" dirty="0"/>
            </a:br>
            <a:endParaRPr lang="en-IN" sz="2200" b="1" dirty="0"/>
          </a:p>
        </p:txBody>
      </p:sp>
      <p:sp>
        <p:nvSpPr>
          <p:cNvPr id="3" name="Content Placeholder 2">
            <a:extLst>
              <a:ext uri="{FF2B5EF4-FFF2-40B4-BE49-F238E27FC236}">
                <a16:creationId xmlns:a16="http://schemas.microsoft.com/office/drawing/2014/main" id="{DE6C1FCD-C1EC-B15F-841C-E9223F18EB45}"/>
              </a:ext>
            </a:extLst>
          </p:cNvPr>
          <p:cNvSpPr>
            <a:spLocks noGrp="1"/>
          </p:cNvSpPr>
          <p:nvPr>
            <p:ph idx="1"/>
          </p:nvPr>
        </p:nvSpPr>
        <p:spPr>
          <a:xfrm>
            <a:off x="226943" y="3429000"/>
            <a:ext cx="11738113" cy="3063875"/>
          </a:xfrm>
        </p:spPr>
        <p:txBody>
          <a:bodyPr>
            <a:normAutofit/>
          </a:bodyPr>
          <a:lstStyle/>
          <a:p>
            <a:pPr marL="0" indent="0">
              <a:buNone/>
            </a:pPr>
            <a:r>
              <a:rPr lang="en-IN" sz="2400" b="1" dirty="0"/>
              <a:t>BENEFITS</a:t>
            </a:r>
            <a:r>
              <a:rPr lang="en-IN" b="1" dirty="0"/>
              <a:t>:</a:t>
            </a:r>
          </a:p>
          <a:p>
            <a:pPr marL="0" lvl="0" indent="0" eaLnBrk="0" fontAlgn="base" hangingPunct="0">
              <a:lnSpc>
                <a:spcPct val="100000"/>
              </a:lnSpc>
              <a:spcBef>
                <a:spcPct val="0"/>
              </a:spcBef>
              <a:spcAft>
                <a:spcPct val="0"/>
              </a:spcAft>
              <a:buNone/>
            </a:pPr>
            <a:r>
              <a:rPr lang="en-US" altLang="en-US" sz="2000" dirty="0">
                <a:latin typeface="Arial" panose="020B0604020202020204" pitchFamily="34" charset="0"/>
              </a:rPr>
              <a:t>Women can </a:t>
            </a:r>
            <a:r>
              <a:rPr lang="en-US" altLang="en-US" sz="2000" b="1" dirty="0">
                <a:latin typeface="Arial" panose="020B0604020202020204" pitchFamily="34" charset="0"/>
              </a:rPr>
              <a:t>earn from home</a:t>
            </a:r>
            <a:r>
              <a:rPr lang="en-US" altLang="en-US" sz="2000" dirty="0">
                <a:latin typeface="Arial" panose="020B0604020202020204" pitchFamily="34" charset="0"/>
              </a:rPr>
              <a:t> without affecting their household responsibilities.</a:t>
            </a:r>
          </a:p>
          <a:p>
            <a:pPr marL="0" lvl="0" indent="0" eaLnBrk="0" fontAlgn="base" hangingPunct="0">
              <a:lnSpc>
                <a:spcPct val="100000"/>
              </a:lnSpc>
              <a:spcBef>
                <a:spcPct val="0"/>
              </a:spcBef>
              <a:spcAft>
                <a:spcPct val="0"/>
              </a:spcAft>
              <a:buNone/>
            </a:pPr>
            <a:r>
              <a:rPr lang="en-US" altLang="en-US" sz="2000" dirty="0">
                <a:latin typeface="Arial" panose="020B0604020202020204" pitchFamily="34" charset="0"/>
              </a:rPr>
              <a:t>Customers get easy access to </a:t>
            </a:r>
            <a:r>
              <a:rPr lang="en-US" altLang="en-US" sz="2000" b="1" dirty="0">
                <a:latin typeface="Arial" panose="020B0604020202020204" pitchFamily="34" charset="0"/>
              </a:rPr>
              <a:t>reliable, nearby women service providers</a:t>
            </a:r>
            <a:r>
              <a:rPr lang="en-US" altLang="en-US" sz="20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2000" dirty="0">
                <a:latin typeface="Arial" panose="020B0604020202020204" pitchFamily="34" charset="0"/>
              </a:rPr>
              <a:t>Simple and user-friendly app helps women with </a:t>
            </a:r>
            <a:r>
              <a:rPr lang="en-US" altLang="en-US" sz="2000" b="1" dirty="0">
                <a:latin typeface="Arial" panose="020B0604020202020204" pitchFamily="34" charset="0"/>
              </a:rPr>
              <a:t>low digital literacy</a:t>
            </a:r>
            <a:r>
              <a:rPr lang="en-US" altLang="en-US" sz="2000" dirty="0">
                <a:latin typeface="Arial" panose="020B0604020202020204" pitchFamily="34" charset="0"/>
              </a:rPr>
              <a:t> use the platform comfortably.</a:t>
            </a:r>
          </a:p>
          <a:p>
            <a:pPr marL="0" lvl="0" indent="0" eaLnBrk="0" fontAlgn="base" hangingPunct="0">
              <a:lnSpc>
                <a:spcPct val="100000"/>
              </a:lnSpc>
              <a:spcBef>
                <a:spcPct val="0"/>
              </a:spcBef>
              <a:spcAft>
                <a:spcPct val="0"/>
              </a:spcAft>
              <a:buNone/>
            </a:pPr>
            <a:r>
              <a:rPr lang="en-US" altLang="en-US" sz="2000" dirty="0">
                <a:latin typeface="Arial" panose="020B0604020202020204" pitchFamily="34" charset="0"/>
              </a:rPr>
              <a:t>Privacy-first features ensure </a:t>
            </a:r>
            <a:r>
              <a:rPr lang="en-US" altLang="en-US" sz="2000" b="1" dirty="0">
                <a:latin typeface="Arial" panose="020B0604020202020204" pitchFamily="34" charset="0"/>
              </a:rPr>
              <a:t>no misuse of phone numbers or home addresses</a:t>
            </a:r>
            <a:r>
              <a:rPr lang="en-US" altLang="en-US" sz="20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2000" dirty="0">
                <a:latin typeface="Arial" panose="020B0604020202020204" pitchFamily="34" charset="0"/>
              </a:rPr>
              <a:t>Ratings and reviews improve </a:t>
            </a:r>
            <a:r>
              <a:rPr lang="en-US" altLang="en-US" sz="2000" b="1" dirty="0">
                <a:latin typeface="Arial" panose="020B0604020202020204" pitchFamily="34" charset="0"/>
              </a:rPr>
              <a:t>trust and service quality</a:t>
            </a:r>
            <a:r>
              <a:rPr lang="en-US" altLang="en-US" sz="20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2000" dirty="0">
                <a:latin typeface="Arial" panose="020B0604020202020204" pitchFamily="34" charset="0"/>
              </a:rPr>
              <a:t>Encourages more women to become </a:t>
            </a:r>
            <a:r>
              <a:rPr lang="en-US" altLang="en-US" sz="2000" b="1" dirty="0">
                <a:latin typeface="Arial" panose="020B0604020202020204" pitchFamily="34" charset="0"/>
              </a:rPr>
              <a:t>micro-entrepreneurs</a:t>
            </a:r>
            <a:r>
              <a:rPr lang="en-US" altLang="en-US" sz="2000" dirty="0">
                <a:latin typeface="Arial" panose="020B0604020202020204" pitchFamily="34" charset="0"/>
              </a:rPr>
              <a:t>.</a:t>
            </a:r>
          </a:p>
          <a:p>
            <a:pPr marL="0" lvl="0" indent="0" eaLnBrk="0" fontAlgn="base" hangingPunct="0">
              <a:lnSpc>
                <a:spcPct val="100000"/>
              </a:lnSpc>
              <a:spcBef>
                <a:spcPct val="0"/>
              </a:spcBef>
              <a:spcAft>
                <a:spcPct val="0"/>
              </a:spcAft>
              <a:buNone/>
            </a:pPr>
            <a:r>
              <a:rPr lang="en-US" altLang="en-US" sz="2000" dirty="0">
                <a:latin typeface="Arial" panose="020B0604020202020204" pitchFamily="34" charset="0"/>
              </a:rPr>
              <a:t>Supports national initiatives like </a:t>
            </a:r>
            <a:r>
              <a:rPr lang="en-US" altLang="en-US" sz="2000" b="1" dirty="0">
                <a:latin typeface="Arial" panose="020B0604020202020204" pitchFamily="34" charset="0"/>
              </a:rPr>
              <a:t>Digital India</a:t>
            </a:r>
            <a:r>
              <a:rPr lang="en-US" altLang="en-US" sz="2000" dirty="0">
                <a:latin typeface="Arial" panose="020B0604020202020204" pitchFamily="34" charset="0"/>
              </a:rPr>
              <a:t>, </a:t>
            </a:r>
            <a:r>
              <a:rPr lang="en-US" altLang="en-US" sz="2000" b="1" dirty="0">
                <a:latin typeface="Arial" panose="020B0604020202020204" pitchFamily="34" charset="0"/>
              </a:rPr>
              <a:t>Skill India</a:t>
            </a:r>
            <a:r>
              <a:rPr lang="en-US" altLang="en-US" sz="2000" dirty="0">
                <a:latin typeface="Arial" panose="020B0604020202020204" pitchFamily="34" charset="0"/>
              </a:rPr>
              <a:t>, and </a:t>
            </a:r>
            <a:r>
              <a:rPr lang="en-US" altLang="en-US" sz="2000" b="1" dirty="0">
                <a:latin typeface="Arial" panose="020B0604020202020204" pitchFamily="34" charset="0"/>
              </a:rPr>
              <a:t>Women Empowerment</a:t>
            </a:r>
            <a:r>
              <a:rPr lang="en-US" altLang="en-US" sz="2000" dirty="0">
                <a:latin typeface="Arial" panose="020B0604020202020204" pitchFamily="34" charset="0"/>
              </a:rPr>
              <a:t> missions.</a:t>
            </a:r>
          </a:p>
          <a:p>
            <a:pPr marL="0" lvl="0" indent="0" eaLnBrk="0" fontAlgn="base" hangingPunct="0">
              <a:lnSpc>
                <a:spcPct val="100000"/>
              </a:lnSpc>
              <a:spcBef>
                <a:spcPct val="0"/>
              </a:spcBef>
              <a:spcAft>
                <a:spcPct val="0"/>
              </a:spcAft>
              <a:buNone/>
            </a:pPr>
            <a:r>
              <a:rPr lang="en-US" altLang="en-US" sz="2000" dirty="0">
                <a:latin typeface="Arial" panose="020B0604020202020204" pitchFamily="34" charset="0"/>
              </a:rPr>
              <a:t>Promotes a </a:t>
            </a:r>
            <a:r>
              <a:rPr lang="en-US" altLang="en-US" sz="2000" b="1" dirty="0">
                <a:latin typeface="Arial" panose="020B0604020202020204" pitchFamily="34" charset="0"/>
              </a:rPr>
              <a:t>safer, community-driven local service ecosystem</a:t>
            </a:r>
            <a:r>
              <a:rPr lang="en-US" altLang="en-US" sz="2000" dirty="0">
                <a:latin typeface="Arial" panose="020B0604020202020204" pitchFamily="34" charset="0"/>
              </a:rPr>
              <a:t>.</a:t>
            </a:r>
          </a:p>
          <a:p>
            <a:pPr marL="0" indent="0">
              <a:buNone/>
            </a:pPr>
            <a:endParaRPr lang="en-IN" sz="1400" dirty="0"/>
          </a:p>
        </p:txBody>
      </p:sp>
    </p:spTree>
    <p:extLst>
      <p:ext uri="{BB962C8B-B14F-4D97-AF65-F5344CB8AC3E}">
        <p14:creationId xmlns:p14="http://schemas.microsoft.com/office/powerpoint/2010/main" val="105785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ACE8-396B-36A3-71FD-F2B855AE4EC7}"/>
              </a:ext>
            </a:extLst>
          </p:cNvPr>
          <p:cNvSpPr>
            <a:spLocks noGrp="1"/>
          </p:cNvSpPr>
          <p:nvPr>
            <p:ph type="title"/>
          </p:nvPr>
        </p:nvSpPr>
        <p:spPr>
          <a:xfrm>
            <a:off x="208723" y="228601"/>
            <a:ext cx="11767929" cy="2964485"/>
          </a:xfrm>
        </p:spPr>
        <p:txBody>
          <a:bodyPr>
            <a:normAutofit/>
          </a:bodyPr>
          <a:lstStyle/>
          <a:p>
            <a:r>
              <a:rPr lang="en-IN" sz="2800" b="1" dirty="0"/>
              <a:t>RESEARCH:</a:t>
            </a:r>
            <a:br>
              <a:rPr lang="en-IN" sz="2800" b="1" dirty="0"/>
            </a:br>
            <a:r>
              <a:rPr lang="en-US" sz="2000" dirty="0">
                <a:latin typeface="+mn-lt"/>
              </a:rPr>
              <a:t>Studies indicate a rising demand for trusted, nearby service providers, with users preferring verified, community-based women for safety and convenience</a:t>
            </a:r>
            <a:br>
              <a:rPr lang="en-IN" sz="2800" b="1" dirty="0">
                <a:latin typeface="+mn-lt"/>
              </a:rPr>
            </a:br>
            <a:r>
              <a:rPr lang="en-US" sz="2000" dirty="0">
                <a:latin typeface="+mn-lt"/>
              </a:rPr>
              <a:t>Research shows that many skilled housewives lack earning opportunities, highlighting the need for flexible, part-time work options that fit their family responsibilities</a:t>
            </a:r>
            <a:br>
              <a:rPr lang="en-IN" sz="2000" b="1" dirty="0">
                <a:latin typeface="+mn-lt"/>
              </a:rPr>
            </a:br>
            <a:r>
              <a:rPr lang="en-US" sz="2000" dirty="0">
                <a:latin typeface="+mn-lt"/>
              </a:rPr>
              <a:t>Research emphasizes the need for privacy-first platforms to protect women from identity exposure, harassment, and misuse of personal information</a:t>
            </a:r>
            <a:br>
              <a:rPr lang="en-US" sz="2000" dirty="0">
                <a:latin typeface="+mn-lt"/>
              </a:rPr>
            </a:br>
            <a:r>
              <a:rPr lang="en-US" sz="2000" dirty="0">
                <a:latin typeface="+mn-lt"/>
              </a:rPr>
              <a:t>Reports show increasing smartphone usage among housewives, but highlight the importance of simple, accessible UI for users with low digital literacy</a:t>
            </a:r>
            <a:endParaRPr lang="en-IN" sz="2000" b="1" dirty="0">
              <a:latin typeface="+mn-lt"/>
            </a:endParaRPr>
          </a:p>
        </p:txBody>
      </p:sp>
      <p:sp>
        <p:nvSpPr>
          <p:cNvPr id="3" name="Content Placeholder 2">
            <a:extLst>
              <a:ext uri="{FF2B5EF4-FFF2-40B4-BE49-F238E27FC236}">
                <a16:creationId xmlns:a16="http://schemas.microsoft.com/office/drawing/2014/main" id="{F4AABF3B-1204-25D4-4D14-E27C36632D14}"/>
              </a:ext>
            </a:extLst>
          </p:cNvPr>
          <p:cNvSpPr>
            <a:spLocks noGrp="1"/>
          </p:cNvSpPr>
          <p:nvPr>
            <p:ph idx="1"/>
          </p:nvPr>
        </p:nvSpPr>
        <p:spPr>
          <a:xfrm>
            <a:off x="208722" y="3429000"/>
            <a:ext cx="11767929" cy="3200399"/>
          </a:xfrm>
        </p:spPr>
        <p:txBody>
          <a:bodyPr/>
          <a:lstStyle/>
          <a:p>
            <a:pPr marL="0" indent="0">
              <a:buNone/>
            </a:pPr>
            <a:r>
              <a:rPr lang="en-IN" b="1" dirty="0"/>
              <a:t>REFERENCE:</a:t>
            </a:r>
          </a:p>
          <a:p>
            <a:r>
              <a:rPr lang="en-US" sz="2000" dirty="0"/>
              <a:t>Google. (2023). </a:t>
            </a:r>
            <a:r>
              <a:rPr lang="en-US" sz="2000" i="1" dirty="0"/>
              <a:t>Geolocation and user safety guidelines</a:t>
            </a:r>
            <a:r>
              <a:rPr lang="en-US" sz="2000" dirty="0"/>
              <a:t>. Google Developer Documentation</a:t>
            </a:r>
          </a:p>
          <a:p>
            <a:r>
              <a:rPr lang="en-US" sz="2000" dirty="0"/>
              <a:t>NITI Aayog. (2022). </a:t>
            </a:r>
            <a:r>
              <a:rPr lang="en-US" sz="2000" i="1" dirty="0"/>
              <a:t>Women’s Economic Participation and Future of Work in India</a:t>
            </a:r>
            <a:r>
              <a:rPr lang="en-US" sz="2000" dirty="0"/>
              <a:t>. Government of India</a:t>
            </a:r>
          </a:p>
          <a:p>
            <a:r>
              <a:rPr lang="en-US" sz="2000" dirty="0"/>
              <a:t>UN Women. (2022). </a:t>
            </a:r>
            <a:r>
              <a:rPr lang="en-US" sz="2000" i="1" dirty="0"/>
              <a:t>Digital empowerment and financial independence for women</a:t>
            </a:r>
            <a:r>
              <a:rPr lang="en-US" sz="2000" dirty="0"/>
              <a:t>. United Nations Publications</a:t>
            </a:r>
          </a:p>
          <a:p>
            <a:r>
              <a:rPr lang="en-US" sz="2000" dirty="0"/>
              <a:t>Nielsen Norman Group. (2021). </a:t>
            </a:r>
            <a:r>
              <a:rPr lang="en-US" sz="2000" i="1" dirty="0"/>
              <a:t>User experience guidelines for low-literacy and first-time digital users</a:t>
            </a:r>
            <a:r>
              <a:rPr lang="en-US" sz="2000" dirty="0"/>
              <a:t>. NN/g Research Article</a:t>
            </a:r>
          </a:p>
          <a:p>
            <a:pPr marL="0" indent="0">
              <a:buNone/>
            </a:pPr>
            <a:endParaRPr lang="en-US" sz="2000" dirty="0"/>
          </a:p>
          <a:p>
            <a:endParaRPr lang="en-IN" sz="2000" b="1" dirty="0"/>
          </a:p>
        </p:txBody>
      </p:sp>
    </p:spTree>
    <p:extLst>
      <p:ext uri="{BB962C8B-B14F-4D97-AF65-F5344CB8AC3E}">
        <p14:creationId xmlns:p14="http://schemas.microsoft.com/office/powerpoint/2010/main" val="16201229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746</TotalTime>
  <Words>754</Words>
  <Application>Microsoft Office PowerPoint</Application>
  <PresentationFormat>Widescreen</PresentationFormat>
  <Paragraphs>76</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Angsana New</vt:lpstr>
      <vt:lpstr>Aptos</vt:lpstr>
      <vt:lpstr>Aptos Display</vt:lpstr>
      <vt:lpstr>Arial</vt:lpstr>
      <vt:lpstr>Office Theme</vt:lpstr>
      <vt:lpstr>MIND SPIRIT 2025 TITLE PAGE</vt:lpstr>
      <vt:lpstr>PROBLEM STATEMENT</vt:lpstr>
      <vt:lpstr>SOLUTION AND UNIQUENESS</vt:lpstr>
      <vt:lpstr>PowerPoint Presentation</vt:lpstr>
      <vt:lpstr>PowerPoint Presentation</vt:lpstr>
      <vt:lpstr>IMPACTS: Creates financial independence for housewives through flexible part-time work. Brings visibility to hidden talents in tailoring, mehendi, cooking, beauty services, etc. Provides a safe and secure environment for women to offer services without exposing personal details. Increases local employment opportunities within communities. Builds trust between customers and women service providers through verified profiles and ratings. Boosts digital participation among women who previously had limited technology exposure. Strengthens community-level economic activity driven by women. Encourages women empowerment, confidence, and self-reliance. </vt:lpstr>
      <vt:lpstr>RESEARCH: Studies indicate a rising demand for trusted, nearby service providers, with users preferring verified, community-based women for safety and convenience Research shows that many skilled housewives lack earning opportunities, highlighting the need for flexible, part-time work options that fit their family responsibilities Research emphasizes the need for privacy-first platforms to protect women from identity exposure, harassment, and misuse of personal information Reports show increasing smartphone usage among housewives, but highlight the importance of simple, accessible UI for users with low digital literacy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Haranath Kalapati</dc:creator>
  <cp:lastModifiedBy>Haranath Kalapati</cp:lastModifiedBy>
  <cp:revision>1</cp:revision>
  <dcterms:created xsi:type="dcterms:W3CDTF">2025-12-11T07:08:58Z</dcterms:created>
  <dcterms:modified xsi:type="dcterms:W3CDTF">2025-12-11T20:40:51Z</dcterms:modified>
</cp:coreProperties>
</file>